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2.xml" ContentType="application/vnd.openxmlformats-officedocument.presentationml.slideLayout+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3.xml" ContentType="application/vnd.openxmlformats-officedocument.presentationml.slideLayout+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4.xml" ContentType="application/vnd.openxmlformats-officedocument.presentationml.slideLayout+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5.xml" ContentType="application/vnd.openxmlformats-officedocument.presentationml.slideLayout+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slideLayouts/slideLayout6.xml" ContentType="application/vnd.openxmlformats-officedocument.presentationml.slideLayout+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7.xml" ContentType="application/vnd.openxmlformats-officedocument.presentationml.slideLayout+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slideLayouts/slideLayout8.xml" ContentType="application/vnd.openxmlformats-officedocument.presentationml.slideLayout+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slideLayouts/slideLayout9.xml" ContentType="application/vnd.openxmlformats-officedocument.presentationml.slideLayout+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slideLayouts/slideLayout10.xml" ContentType="application/vnd.openxmlformats-officedocument.presentationml.slideLayout+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slideLayouts/slideLayout11.xml" ContentType="application/vnd.openxmlformats-officedocument.presentationml.slideLayout+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heme/theme1.xml" ContentType="application/vnd.openxmlformats-officedocument.theme+xml"/>
  <Override PartName="/ppt/slideMasters/slideMaster2.xml" ContentType="application/vnd.openxmlformats-officedocument.presentationml.slideMaster+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Slides/notesSlide1.xml" ContentType="application/vnd.openxmlformats-officedocument.presentationml.notes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Slides/notesSlide2.xml" ContentType="application/vnd.openxmlformats-officedocument.presentationml.notes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 id="2147483649" r:id="rId2"/>
  </p:sldMasterIdLst>
  <p:notesMasterIdLst>
    <p:notesMasterId r:id="rId3"/>
  </p:notesMasterIdLst>
  <p:sldIdLst>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Lst>
  <p:sldSz type="screen16x9" cy="5143500" cx="9144000"/>
  <p:notesSz cx="6858000" cy="9144000"/>
  <p:defaultText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clrMru>
    <a:srgbClr val="FEFEFE"/>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6314" autoAdjust="0"/>
  </p:normalViewPr>
  <p:slideViewPr>
    <p:cSldViewPr>
      <p:cViewPr varScale="1">
        <p:scale>
          <a:sx n="143" d="100"/>
          <a:sy n="143" d="100"/>
        </p:scale>
        <p:origin x="68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tableStyles" Target="tableStyles.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309" name=""/>
        <p:cNvGrpSpPr/>
        <p:nvPr/>
      </p:nvGrpSpPr>
      <p:grpSpPr>
        <a:xfrm>
          <a:off x="0" y="0"/>
          <a:ext cx="0" cy="0"/>
          <a:chOff x="0" y="0"/>
          <a:chExt cx="0" cy="0"/>
        </a:xfrm>
      </p:grpSpPr>
      <p:sp>
        <p:nvSpPr>
          <p:cNvPr id="1049112" name="页眉占位符 1"/>
          <p:cNvSpPr>
            <a:spLocks noGrp="1"/>
          </p:cNvSpPr>
          <p:nvPr>
            <p:ph type="hdr" sz="quarter"/>
          </p:nvPr>
        </p:nvSpPr>
        <p:spPr>
          <a:xfrm>
            <a:off x="0" y="0"/>
            <a:ext cx="2971800" cy="457200"/>
          </a:xfrm>
          <a:prstGeom prst="rect"/>
        </p:spPr>
        <p:txBody>
          <a:bodyPr bIns="45720" lIns="91440" rIns="91440" rtlCol="0" tIns="45720" vert="horz"/>
          <a:lstStyle>
            <a:lvl1pPr algn="l">
              <a:defRPr sz="1200"/>
            </a:lvl1pPr>
          </a:lstStyle>
          <a:p>
            <a:endParaRPr altLang="en-US" lang="zh-CN"/>
          </a:p>
        </p:txBody>
      </p:sp>
      <p:sp>
        <p:nvSpPr>
          <p:cNvPr id="1049113" name="日期占位符 2"/>
          <p:cNvSpPr>
            <a:spLocks noGrp="1"/>
          </p:cNvSpPr>
          <p:nvPr>
            <p:ph type="dt" idx="1"/>
          </p:nvPr>
        </p:nvSpPr>
        <p:spPr>
          <a:xfrm>
            <a:off x="3884613" y="0"/>
            <a:ext cx="2971800" cy="457200"/>
          </a:xfrm>
          <a:prstGeom prst="rect"/>
        </p:spPr>
        <p:txBody>
          <a:bodyPr bIns="45720" lIns="91440" rIns="91440" rtlCol="0" tIns="45720" vert="horz"/>
          <a:lstStyle>
            <a:lvl1pPr algn="r">
              <a:defRPr sz="1200"/>
            </a:lvl1pPr>
          </a:lstStyle>
          <a:p>
            <a:fld id="{3BDC594E-280C-4175-A538-89BC1D49964F}" type="datetimeFigureOut">
              <a:rPr altLang="en-US" lang="zh-CN" smtClean="0"/>
              <a:t>2022/2/5</a:t>
            </a:fld>
            <a:endParaRPr altLang="en-US" lang="zh-CN"/>
          </a:p>
        </p:txBody>
      </p:sp>
      <p:sp>
        <p:nvSpPr>
          <p:cNvPr id="1049114" name="幻灯片图像占位符 3"/>
          <p:cNvSpPr>
            <a:spLocks noChangeAspect="1" noRot="1" noGrp="1"/>
          </p:cNvSpPr>
          <p:nvPr>
            <p:ph type="sldImg" idx="2"/>
          </p:nvPr>
        </p:nvSpPr>
        <p:spPr>
          <a:xfrm>
            <a:off x="381000" y="685800"/>
            <a:ext cx="6096000" cy="3429000"/>
          </a:xfrm>
          <a:prstGeom prst="rect"/>
          <a:noFill/>
          <a:ln w="12700">
            <a:solidFill>
              <a:prstClr val="black"/>
            </a:solidFill>
          </a:ln>
        </p:spPr>
        <p:txBody>
          <a:bodyPr anchor="ctr" bIns="45720" lIns="91440" rIns="91440" rtlCol="0" tIns="45720" vert="horz"/>
          <a:p>
            <a:endParaRPr altLang="en-US" lang="zh-CN"/>
          </a:p>
        </p:txBody>
      </p:sp>
      <p:sp>
        <p:nvSpPr>
          <p:cNvPr id="1049115" name="备注占位符 4"/>
          <p:cNvSpPr>
            <a:spLocks noGrp="1"/>
          </p:cNvSpPr>
          <p:nvPr>
            <p:ph type="body" sz="quarter" idx="3"/>
          </p:nvPr>
        </p:nvSpPr>
        <p:spPr>
          <a:xfrm>
            <a:off x="685800" y="4343400"/>
            <a:ext cx="5486400" cy="4114800"/>
          </a:xfrm>
          <a:prstGeom prst="rect"/>
        </p:spPr>
        <p:txBody>
          <a:bodyPr bIns="45720" lIns="91440" rIns="91440" rtlCol="0" tIns="45720" vert="horz"/>
          <a:p>
            <a:pPr lvl="0"/>
            <a:r>
              <a:rPr altLang="en-US" lang="zh-CN" smtClean="0"/>
              <a:t>单击此处编辑母版文本样式</a:t>
            </a:r>
          </a:p>
          <a:p>
            <a:pPr lvl="1"/>
            <a:r>
              <a:rPr altLang="en-US" lang="zh-CN" smtClean="0"/>
              <a:t>第二级</a:t>
            </a:r>
          </a:p>
          <a:p>
            <a:pPr lvl="2"/>
            <a:r>
              <a:rPr altLang="en-US" lang="zh-CN" smtClean="0"/>
              <a:t>第三级</a:t>
            </a:r>
          </a:p>
          <a:p>
            <a:pPr lvl="3"/>
            <a:r>
              <a:rPr altLang="en-US" lang="zh-CN" smtClean="0"/>
              <a:t>第四级</a:t>
            </a:r>
          </a:p>
          <a:p>
            <a:pPr lvl="4"/>
            <a:r>
              <a:rPr altLang="en-US" lang="zh-CN" smtClean="0"/>
              <a:t>第五级</a:t>
            </a:r>
            <a:endParaRPr altLang="en-US" lang="zh-CN"/>
          </a:p>
        </p:txBody>
      </p:sp>
      <p:sp>
        <p:nvSpPr>
          <p:cNvPr id="1049116" name="页脚占位符 5"/>
          <p:cNvSpPr>
            <a:spLocks noGrp="1"/>
          </p:cNvSpPr>
          <p:nvPr>
            <p:ph type="ftr" sz="quarter" idx="4"/>
          </p:nvPr>
        </p:nvSpPr>
        <p:spPr>
          <a:xfrm>
            <a:off x="0" y="8685213"/>
            <a:ext cx="2971800" cy="457200"/>
          </a:xfrm>
          <a:prstGeom prst="rect"/>
        </p:spPr>
        <p:txBody>
          <a:bodyPr anchor="b" bIns="45720" lIns="91440" rIns="91440" rtlCol="0" tIns="45720" vert="horz"/>
          <a:lstStyle>
            <a:lvl1pPr algn="l">
              <a:defRPr sz="1200"/>
            </a:lvl1pPr>
          </a:lstStyle>
          <a:p>
            <a:endParaRPr altLang="en-US" lang="zh-CN"/>
          </a:p>
        </p:txBody>
      </p:sp>
      <p:sp>
        <p:nvSpPr>
          <p:cNvPr id="1049117" name="灯片编号占位符 6"/>
          <p:cNvSpPr>
            <a:spLocks noGrp="1"/>
          </p:cNvSpPr>
          <p:nvPr>
            <p:ph type="sldNum" sz="quarter" idx="5"/>
          </p:nvPr>
        </p:nvSpPr>
        <p:spPr>
          <a:xfrm>
            <a:off x="3884613" y="8685213"/>
            <a:ext cx="2971800" cy="457200"/>
          </a:xfrm>
          <a:prstGeom prst="rect"/>
        </p:spPr>
        <p:txBody>
          <a:bodyPr anchor="b" bIns="45720" lIns="91440" rIns="91440" rtlCol="0" tIns="45720" vert="horz"/>
          <a:lstStyle>
            <a:lvl1pPr algn="r">
              <a:defRPr sz="1200"/>
            </a:lvl1pPr>
          </a:lstStyle>
          <a:p>
            <a:fld id="{AB0E0BE9-5FE3-438C-91B6-F041A2E447C0}" type="slidenum">
              <a:rPr altLang="en-US" lang="zh-CN" smtClean="0"/>
              <a:t>‹#›</a:t>
            </a:fld>
            <a:endParaRPr altLang="en-US" lang="zh-C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28" name=""/>
        <p:cNvGrpSpPr/>
        <p:nvPr/>
      </p:nvGrpSpPr>
      <p:grpSpPr>
        <a:xfrm>
          <a:off x="0" y="0"/>
          <a:ext cx="0" cy="0"/>
          <a:chOff x="0" y="0"/>
          <a:chExt cx="0" cy="0"/>
        </a:xfrm>
      </p:grpSpPr>
      <p:sp>
        <p:nvSpPr>
          <p:cNvPr id="1048617" name="幻灯片图像占位符 1"/>
          <p:cNvSpPr>
            <a:spLocks noChangeAspect="1" noRot="1" noGrp="1"/>
          </p:cNvSpPr>
          <p:nvPr>
            <p:ph type="sldImg"/>
          </p:nvPr>
        </p:nvSpPr>
        <p:spPr/>
      </p:sp>
      <p:sp>
        <p:nvSpPr>
          <p:cNvPr id="1048618" name="备注占位符 2"/>
          <p:cNvSpPr>
            <a:spLocks noGrp="1"/>
          </p:cNvSpPr>
          <p:nvPr>
            <p:ph type="body" idx="1"/>
          </p:nvPr>
        </p:nvSpPr>
        <p:spPr/>
        <p:txBody>
          <a:bodyPr/>
          <a:p>
            <a:endParaRPr altLang="en-US" dirty="0" lang="zh-CN"/>
          </a:p>
        </p:txBody>
      </p:sp>
      <p:sp>
        <p:nvSpPr>
          <p:cNvPr id="1048619" name="灯片编号占位符 3"/>
          <p:cNvSpPr>
            <a:spLocks noGrp="1"/>
          </p:cNvSpPr>
          <p:nvPr>
            <p:ph type="sldNum" sz="quarter" idx="10"/>
          </p:nvPr>
        </p:nvSpPr>
        <p:spPr/>
        <p:txBody>
          <a:bodyPr/>
          <a:p>
            <a:fld id="{8C2FC50A-9FC4-48B0-A97E-80710BFE3A7D}" type="slidenum">
              <a:rPr altLang="en-US" lang="zh-CN" smtClean="0">
                <a:solidFill>
                  <a:prstClr val="black"/>
                </a:solidFill>
              </a:rPr>
              <a:t>4</a:t>
            </a:fld>
            <a:endParaRPr altLang="en-US" lang="zh-CN">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99" name=""/>
        <p:cNvGrpSpPr/>
        <p:nvPr/>
      </p:nvGrpSpPr>
      <p:grpSpPr>
        <a:xfrm>
          <a:off x="0" y="0"/>
          <a:ext cx="0" cy="0"/>
          <a:chOff x="0" y="0"/>
          <a:chExt cx="0" cy="0"/>
        </a:xfrm>
      </p:grpSpPr>
      <p:sp>
        <p:nvSpPr>
          <p:cNvPr id="1048785" name="幻灯片图像占位符 1"/>
          <p:cNvSpPr>
            <a:spLocks noChangeAspect="1" noRot="1" noGrp="1"/>
          </p:cNvSpPr>
          <p:nvPr>
            <p:ph type="sldImg"/>
          </p:nvPr>
        </p:nvSpPr>
        <p:spPr/>
      </p:sp>
      <p:sp>
        <p:nvSpPr>
          <p:cNvPr id="1048786" name="备注占位符 2"/>
          <p:cNvSpPr>
            <a:spLocks noGrp="1"/>
          </p:cNvSpPr>
          <p:nvPr>
            <p:ph type="body" idx="1"/>
          </p:nvPr>
        </p:nvSpPr>
        <p:spPr/>
        <p:txBody>
          <a:bodyPr/>
          <a:p>
            <a:r>
              <a:rPr altLang="zh-CN" dirty="0" lang="en-US" smtClean="0"/>
              <a:t>https://www.ypppt.com/</a:t>
            </a:r>
            <a:endParaRPr altLang="en-US" dirty="0" lang="zh-CN"/>
          </a:p>
        </p:txBody>
      </p:sp>
      <p:sp>
        <p:nvSpPr>
          <p:cNvPr id="1048787" name="灯片编号占位符 3"/>
          <p:cNvSpPr>
            <a:spLocks noGrp="1"/>
          </p:cNvSpPr>
          <p:nvPr>
            <p:ph type="sldNum" sz="quarter" idx="10"/>
          </p:nvPr>
        </p:nvSpPr>
        <p:spPr/>
        <p:txBody>
          <a:bodyPr/>
          <a:p>
            <a:fld id="{AB0E0BE9-5FE3-438C-91B6-F041A2E447C0}" type="slidenum">
              <a:rPr altLang="en-US" lang="zh-CN" smtClean="0"/>
              <a:t>25</a:t>
            </a:fld>
            <a:endParaRPr altLang="en-US" 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tags" Target="../tags/tag10.xml"/><Relationship Id="rId6"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tags" Target="../tags/tag13.xml"/><Relationship Id="rId4" Type="http://schemas.openxmlformats.org/officeDocument/2006/relationships/tags" Target="../tags/tag14.xml"/><Relationship Id="rId5" Type="http://schemas.openxmlformats.org/officeDocument/2006/relationships/tags" Target="../tags/tag15.xml"/><Relationship Id="rId6"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tags" Target="../tags/tag17.xml"/><Relationship Id="rId3" Type="http://schemas.openxmlformats.org/officeDocument/2006/relationships/tags" Target="../tags/tag18.xml"/><Relationship Id="rId4" Type="http://schemas.openxmlformats.org/officeDocument/2006/relationships/tags" Target="../tags/tag19.xml"/><Relationship Id="rId5" Type="http://schemas.openxmlformats.org/officeDocument/2006/relationships/tags" Target="../tags/tag20.xml"/><Relationship Id="rId6" Type="http://schemas.openxmlformats.org/officeDocument/2006/relationships/tags" Target="../tags/tag21.xml"/><Relationship Id="rId7"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tags" Target="../tags/tag24.xml"/><Relationship Id="rId4" Type="http://schemas.openxmlformats.org/officeDocument/2006/relationships/tags" Target="../tags/tag25.xml"/><Relationship Id="rId5" Type="http://schemas.openxmlformats.org/officeDocument/2006/relationships/tags" Target="../tags/tag26.xml"/><Relationship Id="rId6" Type="http://schemas.openxmlformats.org/officeDocument/2006/relationships/tags" Target="../tags/tag27.xml"/><Relationship Id="rId7" Type="http://schemas.openxmlformats.org/officeDocument/2006/relationships/tags" Target="../tags/tag28.xml"/><Relationship Id="rId8" Type="http://schemas.openxmlformats.org/officeDocument/2006/relationships/tags" Target="../tags/tag29.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tags" Target="../tags/tag31.xml"/><Relationship Id="rId3" Type="http://schemas.openxmlformats.org/officeDocument/2006/relationships/tags" Target="../tags/tag32.xml"/><Relationship Id="rId4" Type="http://schemas.openxmlformats.org/officeDocument/2006/relationships/tags" Target="../tags/tag33.xml"/><Relationship Id="rId5"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tags" Target="../tags/tag35.xml"/><Relationship Id="rId3" Type="http://schemas.openxmlformats.org/officeDocument/2006/relationships/tags" Target="../tags/tag36.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tags" Target="../tags/tag38.xml"/><Relationship Id="rId3" Type="http://schemas.openxmlformats.org/officeDocument/2006/relationships/tags" Target="../tags/tag39.xml"/><Relationship Id="rId4" Type="http://schemas.openxmlformats.org/officeDocument/2006/relationships/tags" Target="../tags/tag40.xml"/><Relationship Id="rId5" Type="http://schemas.openxmlformats.org/officeDocument/2006/relationships/tags" Target="../tags/tag41.xml"/><Relationship Id="rId6" Type="http://schemas.openxmlformats.org/officeDocument/2006/relationships/tags" Target="../tags/tag42.xml"/><Relationship Id="rId7"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tags" Target="../tags/tag44.xml"/><Relationship Id="rId3" Type="http://schemas.openxmlformats.org/officeDocument/2006/relationships/tags" Target="../tags/tag45.xml"/><Relationship Id="rId4" Type="http://schemas.openxmlformats.org/officeDocument/2006/relationships/tags" Target="../tags/tag46.xml"/><Relationship Id="rId5" Type="http://schemas.openxmlformats.org/officeDocument/2006/relationships/tags" Target="../tags/tag47.xml"/><Relationship Id="rId6"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48.xml"/><Relationship Id="rId2" Type="http://schemas.openxmlformats.org/officeDocument/2006/relationships/tags" Target="../tags/tag49.xml"/><Relationship Id="rId3" Type="http://schemas.openxmlformats.org/officeDocument/2006/relationships/tags" Target="../tags/tag50.xml"/><Relationship Id="rId4" Type="http://schemas.openxmlformats.org/officeDocument/2006/relationships/tags" Target="../tags/tag51.xml"/><Relationship Id="rId5"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52.xml"/><Relationship Id="rId2" Type="http://schemas.openxmlformats.org/officeDocument/2006/relationships/tags" Target="../tags/tag53.xml"/><Relationship Id="rId3" Type="http://schemas.openxmlformats.org/officeDocument/2006/relationships/tags" Target="../tags/tag54.xml"/><Relationship Id="rId4" Type="http://schemas.openxmlformats.org/officeDocument/2006/relationships/tags" Target="../tags/tag55.xml"/><Relationship Id="rId5"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标题幻灯片">
    <p:spTree>
      <p:nvGrpSpPr>
        <p:cNvPr id="300" name=""/>
        <p:cNvGrpSpPr/>
        <p:nvPr/>
      </p:nvGrpSpPr>
      <p:grpSpPr>
        <a:xfrm>
          <a:off x="0" y="0"/>
          <a:ext cx="0" cy="0"/>
          <a:chOff x="0" y="0"/>
          <a:chExt cx="0" cy="0"/>
        </a:xfrm>
      </p:grpSpPr>
      <p:sp>
        <p:nvSpPr>
          <p:cNvPr id="1049066" name="标题 1"/>
          <p:cNvSpPr>
            <a:spLocks noGrp="1"/>
          </p:cNvSpPr>
          <p:nvPr>
            <p:ph type="ctrTitle" hasCustomPrompt="1"/>
            <p:custDataLst>
              <p:tags r:id="rId1"/>
            </p:custDataLst>
          </p:nvPr>
        </p:nvSpPr>
        <p:spPr>
          <a:xfrm>
            <a:off x="502412" y="1941211"/>
            <a:ext cx="8139178" cy="674375"/>
          </a:xfrm>
        </p:spPr>
        <p:txBody>
          <a:bodyPr anchor="t" anchorCtr="0" bIns="38100" lIns="101600" rIns="25400" tIns="38100">
            <a:noAutofit/>
          </a:bodyPr>
          <a:lstStyle>
            <a:lvl1pPr algn="ctr">
              <a:defRPr b="0" sz="4050" spc="600">
                <a:effectLst>
                  <a:outerShdw algn="tl" blurRad="38100" dir="2700000" dist="38100">
                    <a:srgbClr val="000000">
                      <a:alpha val="43137"/>
                    </a:srgbClr>
                  </a:outerShdw>
                </a:effectLst>
              </a:defRPr>
            </a:lvl1pPr>
          </a:lstStyle>
          <a:p>
            <a:r>
              <a:rPr altLang="en-US" dirty="0" lang="zh-CN"/>
              <a:t>单击此处编辑标题</a:t>
            </a:r>
          </a:p>
        </p:txBody>
      </p:sp>
      <p:sp>
        <p:nvSpPr>
          <p:cNvPr id="1049067" name="副标题 2"/>
          <p:cNvSpPr>
            <a:spLocks noGrp="1"/>
          </p:cNvSpPr>
          <p:nvPr>
            <p:ph type="subTitle" idx="1" hasCustomPrompt="1"/>
            <p:custDataLst>
              <p:tags r:id="rId2"/>
            </p:custDataLst>
          </p:nvPr>
        </p:nvSpPr>
        <p:spPr>
          <a:xfrm>
            <a:off x="502412" y="2674620"/>
            <a:ext cx="8139178" cy="713238"/>
          </a:xfrm>
        </p:spPr>
        <p:txBody>
          <a:bodyPr bIns="38100" lIns="101600" rIns="76200" tIns="38100">
            <a:noAutofit/>
          </a:bodyPr>
          <a:lstStyle>
            <a:lvl1pPr algn="ctr" eaLnBrk="1" fontAlgn="auto" hangingPunct="1" indent="0" latinLnBrk="0" marL="0">
              <a:lnSpc>
                <a:spcPct val="100000"/>
              </a:lnSpc>
              <a:buNone/>
              <a:defRPr baseline="0" cap="none" sz="1800" kern="1200" normalizeH="0" spc="200" strike="noStrike" u="none">
                <a:solidFill>
                  <a:schemeClr val="tx1"/>
                </a:solidFill>
              </a:defRPr>
            </a:lvl1pPr>
            <a:lvl2pPr algn="ctr" indent="0" marL="342900">
              <a:buNone/>
              <a:defRPr sz="1500"/>
            </a:lvl2pPr>
            <a:lvl3pPr algn="ctr" indent="0" marL="685800">
              <a:buNone/>
              <a:defRPr sz="1350"/>
            </a:lvl3pPr>
            <a:lvl4pPr algn="ctr" indent="0" marL="1028700">
              <a:buNone/>
              <a:defRPr sz="1200"/>
            </a:lvl4pPr>
            <a:lvl5pPr algn="ctr" indent="0" marL="1371600">
              <a:buNone/>
              <a:defRPr sz="1200"/>
            </a:lvl5pPr>
            <a:lvl6pPr algn="ctr" indent="0" marL="1714500">
              <a:buNone/>
              <a:defRPr sz="1200"/>
            </a:lvl6pPr>
            <a:lvl7pPr algn="ctr" indent="0" marL="2057400">
              <a:buNone/>
              <a:defRPr sz="1200"/>
            </a:lvl7pPr>
            <a:lvl8pPr algn="ctr" indent="0" marL="2400300">
              <a:buNone/>
              <a:defRPr sz="1200"/>
            </a:lvl8pPr>
            <a:lvl9pPr algn="ctr" indent="0" marL="2743200">
              <a:buNone/>
              <a:defRPr sz="1200"/>
            </a:lvl9pPr>
          </a:lstStyle>
          <a:p>
            <a:r>
              <a:rPr altLang="en-US" dirty="0" lang="zh-CN"/>
              <a:t>单击此处编辑副标题</a:t>
            </a:r>
          </a:p>
        </p:txBody>
      </p:sp>
      <p:sp>
        <p:nvSpPr>
          <p:cNvPr id="1049068" name="日期占位符 15"/>
          <p:cNvSpPr>
            <a:spLocks noGrp="1"/>
          </p:cNvSpPr>
          <p:nvPr>
            <p:ph type="dt" sz="half" idx="10"/>
            <p:custDataLst>
              <p:tags r:id="rId3"/>
            </p:custDataLst>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69" name="页脚占位符 16"/>
          <p:cNvSpPr>
            <a:spLocks noGrp="1"/>
          </p:cNvSpPr>
          <p:nvPr>
            <p:ph type="ftr" sz="quarter" idx="11"/>
            <p:custDataLst>
              <p:tags r:id="rId4"/>
            </p:custDataLst>
          </p:nvPr>
        </p:nvSpPr>
        <p:spPr/>
        <p:txBody>
          <a:bodyPr/>
          <a:p>
            <a:endParaRPr altLang="en-US" dirty="0" lang="zh-CN">
              <a:solidFill>
                <a:prstClr val="black">
                  <a:tint val="75000"/>
                </a:prstClr>
              </a:solidFill>
            </a:endParaRPr>
          </a:p>
        </p:txBody>
      </p:sp>
      <p:sp>
        <p:nvSpPr>
          <p:cNvPr id="1049070" name="灯片编号占位符 17"/>
          <p:cNvSpPr>
            <a:spLocks noGrp="1"/>
          </p:cNvSpPr>
          <p:nvPr>
            <p:ph type="sldNum" sz="quarter" idx="12"/>
            <p:custDataLst>
              <p:tags r:id="rId5"/>
            </p:custDataLst>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标题和内容">
    <p:spTree>
      <p:nvGrpSpPr>
        <p:cNvPr id="299" name=""/>
        <p:cNvGrpSpPr/>
        <p:nvPr/>
      </p:nvGrpSpPr>
      <p:grpSpPr>
        <a:xfrm>
          <a:off x="0" y="0"/>
          <a:ext cx="0" cy="0"/>
          <a:chOff x="0" y="0"/>
          <a:chExt cx="0" cy="0"/>
        </a:xfrm>
      </p:grpSpPr>
      <p:sp>
        <p:nvSpPr>
          <p:cNvPr id="1049061" name="标题 1"/>
          <p:cNvSpPr>
            <a:spLocks noGrp="1"/>
          </p:cNvSpPr>
          <p:nvPr>
            <p:ph type="title"/>
            <p:custDataLst>
              <p:tags r:id="rId1"/>
            </p:custDataLst>
          </p:nvPr>
        </p:nvSpPr>
        <p:spPr>
          <a:xfrm>
            <a:off x="502412" y="324000"/>
            <a:ext cx="8139178" cy="486000"/>
          </a:xfrm>
        </p:spPr>
        <p:txBody>
          <a:bodyPr anchor="ctr" anchorCtr="0" bIns="38100" lIns="101600" rIns="76200" rtlCol="0" tIns="38100" vert="horz">
            <a:noAutofit/>
          </a:bodyPr>
          <a:lstStyle>
            <a:lvl1pPr algn="l" defTabSz="914400" eaLnBrk="1" fontAlgn="auto" hangingPunct="1" latinLnBrk="0" marL="0" marR="0" rtl="0">
              <a:lnSpc>
                <a:spcPct val="100000"/>
              </a:lnSpc>
              <a:buNone/>
              <a:defRPr altLang="en-US" baseline="0" b="1" cap="none" dirty="0" sz="2100" i="0" kern="1200" kumimoji="0" lang="zh-CN" noProof="1" normalizeH="0" spc="200" strike="noStrike" u="none">
                <a:solidFill>
                  <a:schemeClr val="tx1"/>
                </a:solidFill>
                <a:latin typeface="+mj-lt"/>
                <a:ea typeface="+mj-ea"/>
                <a:cs typeface="+mj-cs"/>
                <a:sym typeface="+mn-ea"/>
              </a:defRPr>
            </a:lvl1pPr>
          </a:lstStyle>
          <a:p>
            <a:pPr lvl="0"/>
            <a:r>
              <a:rPr dirty="0">
                <a:sym typeface="+mn-ea"/>
              </a:rPr>
              <a:t>单击此处编辑母版标题样式</a:t>
            </a:r>
          </a:p>
        </p:txBody>
      </p:sp>
      <p:sp>
        <p:nvSpPr>
          <p:cNvPr id="1049062" name="内容占位符 2"/>
          <p:cNvSpPr>
            <a:spLocks noGrp="1"/>
          </p:cNvSpPr>
          <p:nvPr>
            <p:ph idx="1"/>
            <p:custDataLst>
              <p:tags r:id="rId2"/>
            </p:custDataLst>
          </p:nvPr>
        </p:nvSpPr>
        <p:spPr>
          <a:xfrm>
            <a:off x="502412" y="972000"/>
            <a:ext cx="8139178" cy="3781016"/>
          </a:xfrm>
        </p:spPr>
        <p:txBody>
          <a:bodyPr bIns="0" lIns="101600" rIns="82550" rtlCol="0" tIns="0" vert="horz">
            <a:noAutofit/>
          </a:bodyPr>
          <a:lstStyle>
            <a:lvl1pPr algn="l" defTabSz="914400" eaLnBrk="1" fontAlgn="auto" hangingPunct="1" indent="-171450" latinLnBrk="0" lvl="0" marL="1714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1pPr>
            <a:lvl2pPr algn="l" defTabSz="914400" eaLnBrk="1" fontAlgn="auto" hangingPunct="1" indent="-171450" latinLnBrk="0" lvl="1" marL="514350" marR="0" rtl="0">
              <a:lnSpc>
                <a:spcPct val="130000"/>
              </a:lnSpc>
              <a:spcBef>
                <a:spcPts val="0"/>
              </a:spcBef>
              <a:spcAft>
                <a:spcPts val="1000"/>
              </a:spcAft>
              <a:buFont typeface="Arial" panose="020B0604020202020204" pitchFamily="34" charset="0"/>
              <a:buChar char="•"/>
              <a:tabLst>
                <a:tab algn="l" pos="1609725"/>
              </a:tabLst>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2pPr>
            <a:lvl3pPr algn="l" defTabSz="914400" eaLnBrk="1" fontAlgn="auto" hangingPunct="1" indent="-171450" latinLnBrk="0" lvl="2" marL="8572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3pPr>
            <a:lvl4pPr algn="l" defTabSz="914400" eaLnBrk="1" fontAlgn="auto" hangingPunct="1" indent="-171450" latinLnBrk="0" lvl="3" marL="12001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4pPr>
            <a:lvl5pPr algn="l" defTabSz="914400" eaLnBrk="1" fontAlgn="auto" hangingPunct="1" indent="-171450" latinLnBrk="0" lvl="4" marL="15430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1049063" name="日期占位符 3"/>
          <p:cNvSpPr>
            <a:spLocks noGrp="1"/>
          </p:cNvSpPr>
          <p:nvPr>
            <p:ph type="dt" sz="half" idx="10"/>
            <p:custDataLst>
              <p:tags r:id="rId3"/>
            </p:custDataLst>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64" name="页脚占位符 4"/>
          <p:cNvSpPr>
            <a:spLocks noGrp="1"/>
          </p:cNvSpPr>
          <p:nvPr>
            <p:ph type="ftr" sz="quarter" idx="11"/>
            <p:custDataLst>
              <p:tags r:id="rId4"/>
            </p:custDataLst>
          </p:nvPr>
        </p:nvSpPr>
        <p:spPr/>
        <p:txBody>
          <a:bodyPr/>
          <a:p>
            <a:endParaRPr altLang="en-US" lang="zh-CN">
              <a:solidFill>
                <a:prstClr val="black">
                  <a:tint val="75000"/>
                </a:prstClr>
              </a:solidFill>
            </a:endParaRPr>
          </a:p>
        </p:txBody>
      </p:sp>
      <p:sp>
        <p:nvSpPr>
          <p:cNvPr id="1049065" name="灯片编号占位符 5"/>
          <p:cNvSpPr>
            <a:spLocks noGrp="1"/>
          </p:cNvSpPr>
          <p:nvPr>
            <p:ph type="sldNum" sz="quarter" idx="12"/>
            <p:custDataLst>
              <p:tags r:id="rId5"/>
            </p:custDataLst>
          </p:nvPr>
        </p:nvSpPr>
        <p:spPr/>
        <p:txBody>
          <a:bodyPr/>
          <a:p>
            <a:fld id="{49AE70B2-8BF9-45C0-BB95-33D1B9D3A854}"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节标题">
    <p:spTree>
      <p:nvGrpSpPr>
        <p:cNvPr id="298" name=""/>
        <p:cNvGrpSpPr/>
        <p:nvPr/>
      </p:nvGrpSpPr>
      <p:grpSpPr>
        <a:xfrm>
          <a:off x="0" y="0"/>
          <a:ext cx="0" cy="0"/>
          <a:chOff x="0" y="0"/>
          <a:chExt cx="0" cy="0"/>
        </a:xfrm>
      </p:grpSpPr>
      <p:sp>
        <p:nvSpPr>
          <p:cNvPr id="1049055" name="标题 1"/>
          <p:cNvSpPr>
            <a:spLocks noGrp="1"/>
          </p:cNvSpPr>
          <p:nvPr>
            <p:ph type="title"/>
            <p:custDataLst>
              <p:tags r:id="rId1"/>
            </p:custDataLst>
          </p:nvPr>
        </p:nvSpPr>
        <p:spPr>
          <a:xfrm>
            <a:off x="502448" y="2856548"/>
            <a:ext cx="8139178" cy="468634"/>
          </a:xfrm>
        </p:spPr>
        <p:txBody>
          <a:bodyPr anchor="t" anchorCtr="0" bIns="38100" lIns="101600" rIns="63500" tIns="38100">
            <a:noAutofit/>
          </a:bodyPr>
          <a:lstStyle>
            <a:lvl1pPr>
              <a:defRPr b="0" cap="none" sz="2700" kern="1200" normalizeH="0" spc="300" strike="noStrike" u="none">
                <a:solidFill>
                  <a:schemeClr val="tx1"/>
                </a:solidFill>
                <a:effectLst>
                  <a:outerShdw algn="tl" blurRad="38100" dir="2700000" dist="38100">
                    <a:srgbClr val="000000">
                      <a:alpha val="43137"/>
                    </a:srgbClr>
                  </a:outerShdw>
                </a:effectLst>
              </a:defRPr>
            </a:lvl1pPr>
          </a:lstStyle>
          <a:p>
            <a:r>
              <a:rPr altLang="en-US" dirty="0" lang="zh-CN"/>
              <a:t>单击此处编辑母版标题样式</a:t>
            </a:r>
          </a:p>
        </p:txBody>
      </p:sp>
      <p:sp>
        <p:nvSpPr>
          <p:cNvPr id="1049056" name="文本占位符 2"/>
          <p:cNvSpPr>
            <a:spLocks noGrp="1"/>
          </p:cNvSpPr>
          <p:nvPr>
            <p:ph type="body" idx="1"/>
            <p:custDataLst>
              <p:tags r:id="rId2"/>
            </p:custDataLst>
          </p:nvPr>
        </p:nvSpPr>
        <p:spPr>
          <a:xfrm>
            <a:off x="502444" y="3383756"/>
            <a:ext cx="8139178" cy="808489"/>
          </a:xfrm>
        </p:spPr>
        <p:txBody>
          <a:bodyPr bIns="38100" lIns="101600" rIns="76200" tIns="38100">
            <a:noAutofit/>
          </a:bodyPr>
          <a:lstStyle>
            <a:lvl1pPr eaLnBrk="1" fontAlgn="auto" hangingPunct="1" indent="0" latinLnBrk="0" marL="0">
              <a:buNone/>
              <a:defRPr altLang="en-US" baseline="0" b="0" cap="none" sz="1200" i="0" kern="1200" kumimoji="0" lang="zh-CN" noProof="1" normalizeH="0" spc="150" strike="noStrike" u="none">
                <a:solidFill>
                  <a:schemeClr val="tx1"/>
                </a:solidFill>
                <a:latin typeface="+mn-lt"/>
                <a:ea typeface="+mn-ea"/>
                <a:cs typeface="+mn-cs"/>
                <a:sym typeface="+mn-ea"/>
              </a:defRPr>
            </a:lvl1pPr>
            <a:lvl2pPr indent="0" marL="342900">
              <a:buNone/>
              <a:defRPr sz="1500">
                <a:solidFill>
                  <a:schemeClr val="tx1">
                    <a:tint val="75000"/>
                  </a:schemeClr>
                </a:solidFill>
              </a:defRPr>
            </a:lvl2pPr>
            <a:lvl3pPr indent="0" marL="685800">
              <a:buNone/>
              <a:defRPr sz="1350">
                <a:solidFill>
                  <a:schemeClr val="tx1">
                    <a:tint val="75000"/>
                  </a:schemeClr>
                </a:solidFill>
              </a:defRPr>
            </a:lvl3pPr>
            <a:lvl4pPr indent="0" marL="1028700">
              <a:buNone/>
              <a:defRPr sz="1200">
                <a:solidFill>
                  <a:schemeClr val="tx1">
                    <a:tint val="75000"/>
                  </a:schemeClr>
                </a:solidFill>
              </a:defRPr>
            </a:lvl4pPr>
            <a:lvl5pPr indent="0" marL="1371600">
              <a:buNone/>
              <a:defRPr sz="1200">
                <a:solidFill>
                  <a:schemeClr val="tx1">
                    <a:tint val="75000"/>
                  </a:schemeClr>
                </a:solidFill>
              </a:defRPr>
            </a:lvl5pPr>
            <a:lvl6pPr indent="0" marL="1714500">
              <a:buNone/>
              <a:defRPr sz="1200">
                <a:solidFill>
                  <a:schemeClr val="tx1">
                    <a:tint val="75000"/>
                  </a:schemeClr>
                </a:solidFill>
              </a:defRPr>
            </a:lvl6pPr>
            <a:lvl7pPr indent="0" marL="2057400">
              <a:buNone/>
              <a:defRPr sz="1200">
                <a:solidFill>
                  <a:schemeClr val="tx1">
                    <a:tint val="75000"/>
                  </a:schemeClr>
                </a:solidFill>
              </a:defRPr>
            </a:lvl7pPr>
            <a:lvl8pPr indent="0" marL="2400300">
              <a:buNone/>
              <a:defRPr sz="1200">
                <a:solidFill>
                  <a:schemeClr val="tx1">
                    <a:tint val="75000"/>
                  </a:schemeClr>
                </a:solidFill>
              </a:defRPr>
            </a:lvl8pPr>
            <a:lvl9pPr indent="0" marL="2743200">
              <a:buNone/>
              <a:defRPr sz="1200">
                <a:solidFill>
                  <a:schemeClr val="tx1">
                    <a:tint val="75000"/>
                  </a:schemeClr>
                </a:solidFill>
              </a:defRPr>
            </a:lvl9pPr>
          </a:lstStyle>
          <a:p>
            <a:pPr lvl="0"/>
            <a:r>
              <a:rPr altLang="en-US" dirty="0" lang="zh-CN"/>
              <a:t>单击此处编辑母版文本样式</a:t>
            </a:r>
          </a:p>
        </p:txBody>
      </p:sp>
      <p:sp>
        <p:nvSpPr>
          <p:cNvPr id="1049057" name="日期占位符 3"/>
          <p:cNvSpPr>
            <a:spLocks noGrp="1"/>
          </p:cNvSpPr>
          <p:nvPr>
            <p:ph type="dt" sz="half" idx="10"/>
            <p:custDataLst>
              <p:tags r:id="rId3"/>
            </p:custDataLst>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58" name="页脚占位符 4"/>
          <p:cNvSpPr>
            <a:spLocks noGrp="1"/>
          </p:cNvSpPr>
          <p:nvPr>
            <p:ph type="ftr" sz="quarter" idx="11"/>
            <p:custDataLst>
              <p:tags r:id="rId4"/>
            </p:custDataLst>
          </p:nvPr>
        </p:nvSpPr>
        <p:spPr/>
        <p:txBody>
          <a:bodyPr/>
          <a:p>
            <a:endParaRPr altLang="en-US" lang="zh-CN">
              <a:solidFill>
                <a:prstClr val="black">
                  <a:tint val="75000"/>
                </a:prstClr>
              </a:solidFill>
            </a:endParaRPr>
          </a:p>
        </p:txBody>
      </p:sp>
      <p:sp>
        <p:nvSpPr>
          <p:cNvPr id="1049059" name="灯片编号占位符 5"/>
          <p:cNvSpPr>
            <a:spLocks noGrp="1"/>
          </p:cNvSpPr>
          <p:nvPr>
            <p:ph type="sldNum" sz="quarter" idx="12"/>
            <p:custDataLst>
              <p:tags r:id="rId5"/>
            </p:custDataLst>
          </p:nvPr>
        </p:nvSpPr>
        <p:spPr/>
        <p:txBody>
          <a:bodyPr/>
          <a:p>
            <a:fld id="{49AE70B2-8BF9-45C0-BB95-33D1B9D3A854}" type="slidenum">
              <a:rPr altLang="en-US" lang="zh-CN" smtClean="0">
                <a:solidFill>
                  <a:prstClr val="black">
                    <a:tint val="75000"/>
                  </a:prstClr>
                </a:solidFill>
              </a:rPr>
              <a:t>‹#›</a:t>
            </a:fld>
            <a:endParaRPr altLang="en-US" lang="zh-CN">
              <a:solidFill>
                <a:prstClr val="black">
                  <a:tint val="75000"/>
                </a:prstClr>
              </a:solidFill>
            </a:endParaRPr>
          </a:p>
        </p:txBody>
      </p:sp>
      <p:sp>
        <p:nvSpPr>
          <p:cNvPr id="1049060" name="矩形 6"/>
          <p:cNvSpPr/>
          <p:nvPr userDrawn="1"/>
        </p:nvSpPr>
        <p:spPr>
          <a:xfrm>
            <a:off x="350174" y="1916832"/>
            <a:ext cx="735006" cy="241289"/>
          </a:xfrm>
          <a:prstGeom prst="rect"/>
          <a:no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fontAlgn="base">
              <a:spcBef>
                <a:spcPct val="0"/>
              </a:spcBef>
              <a:spcAft>
                <a:spcPct val="0"/>
              </a:spcAft>
            </a:pPr>
            <a:r>
              <a:rPr altLang="zh-CN" dirty="0" sz="100" lang="en-US">
                <a:solidFill>
                  <a:prstClr val="white"/>
                </a:solidFill>
              </a:rPr>
              <a:t>PPT</a:t>
            </a:r>
            <a:r>
              <a:rPr altLang="en-US" dirty="0" sz="100" lang="zh-CN">
                <a:solidFill>
                  <a:prstClr val="white"/>
                </a:solidFill>
              </a:rPr>
              <a:t>模板：</a:t>
            </a:r>
            <a:r>
              <a:rPr altLang="zh-CN" dirty="0" sz="100" lang="en-US">
                <a:solidFill>
                  <a:prstClr val="white"/>
                </a:solidFill>
              </a:rPr>
              <a:t>www.1ppt.com/moban/                  PPT</a:t>
            </a:r>
            <a:r>
              <a:rPr altLang="en-US" dirty="0" sz="100" lang="zh-CN">
                <a:solidFill>
                  <a:prstClr val="white"/>
                </a:solidFill>
              </a:rPr>
              <a:t>素材：</a:t>
            </a:r>
            <a:r>
              <a:rPr altLang="zh-CN" dirty="0" sz="100" lang="en-US">
                <a:solidFill>
                  <a:prstClr val="white"/>
                </a:solidFill>
              </a:rPr>
              <a:t>www.1ppt.com/sucai/</a:t>
            </a:r>
          </a:p>
          <a:p>
            <a:pPr fontAlgn="base">
              <a:spcBef>
                <a:spcPct val="0"/>
              </a:spcBef>
              <a:spcAft>
                <a:spcPct val="0"/>
              </a:spcAft>
            </a:pPr>
            <a:r>
              <a:rPr altLang="zh-CN" dirty="0" sz="100" lang="en-US">
                <a:solidFill>
                  <a:prstClr val="white"/>
                </a:solidFill>
              </a:rPr>
              <a:t>PPT</a:t>
            </a:r>
            <a:r>
              <a:rPr altLang="en-US" dirty="0" sz="100" lang="zh-CN">
                <a:solidFill>
                  <a:prstClr val="white"/>
                </a:solidFill>
              </a:rPr>
              <a:t>背景：</a:t>
            </a:r>
            <a:r>
              <a:rPr altLang="zh-CN" dirty="0" sz="100" lang="en-US">
                <a:solidFill>
                  <a:prstClr val="white"/>
                </a:solidFill>
              </a:rPr>
              <a:t>www.1ppt.com/beijing/                   PPT</a:t>
            </a:r>
            <a:r>
              <a:rPr altLang="en-US" dirty="0" sz="100" lang="zh-CN">
                <a:solidFill>
                  <a:prstClr val="white"/>
                </a:solidFill>
              </a:rPr>
              <a:t>图表：</a:t>
            </a:r>
            <a:r>
              <a:rPr altLang="zh-CN" dirty="0" sz="100" lang="en-US">
                <a:solidFill>
                  <a:prstClr val="white"/>
                </a:solidFill>
              </a:rPr>
              <a:t>www.1ppt.com/tubiao/      </a:t>
            </a:r>
          </a:p>
          <a:p>
            <a:pPr fontAlgn="base">
              <a:spcBef>
                <a:spcPct val="0"/>
              </a:spcBef>
              <a:spcAft>
                <a:spcPct val="0"/>
              </a:spcAft>
            </a:pPr>
            <a:r>
              <a:rPr altLang="zh-CN" dirty="0" sz="100" lang="en-US">
                <a:solidFill>
                  <a:prstClr val="white"/>
                </a:solidFill>
              </a:rPr>
              <a:t>PPT</a:t>
            </a:r>
            <a:r>
              <a:rPr altLang="en-US" dirty="0" sz="100" lang="zh-CN">
                <a:solidFill>
                  <a:prstClr val="white"/>
                </a:solidFill>
              </a:rPr>
              <a:t>下载：</a:t>
            </a:r>
            <a:r>
              <a:rPr altLang="zh-CN" dirty="0" sz="100" lang="en-US">
                <a:solidFill>
                  <a:prstClr val="white"/>
                </a:solidFill>
              </a:rPr>
              <a:t>www.1ppt.com/xiazai/                     PPT</a:t>
            </a:r>
            <a:r>
              <a:rPr altLang="en-US" dirty="0" sz="100" lang="zh-CN">
                <a:solidFill>
                  <a:prstClr val="white"/>
                </a:solidFill>
              </a:rPr>
              <a:t>教程： </a:t>
            </a:r>
            <a:r>
              <a:rPr altLang="zh-CN" dirty="0" sz="100" lang="en-US">
                <a:solidFill>
                  <a:prstClr val="white"/>
                </a:solidFill>
              </a:rPr>
              <a:t>www.1ppt.com/powerpoint/      </a:t>
            </a:r>
          </a:p>
          <a:p>
            <a:pPr fontAlgn="base">
              <a:spcBef>
                <a:spcPct val="0"/>
              </a:spcBef>
              <a:spcAft>
                <a:spcPct val="0"/>
              </a:spcAft>
            </a:pPr>
            <a:r>
              <a:rPr altLang="en-US" dirty="0" sz="100" lang="zh-CN">
                <a:solidFill>
                  <a:prstClr val="white"/>
                </a:solidFill>
              </a:rPr>
              <a:t>资料下载：</a:t>
            </a:r>
            <a:r>
              <a:rPr altLang="zh-CN" dirty="0" sz="100" lang="en-US">
                <a:solidFill>
                  <a:prstClr val="white"/>
                </a:solidFill>
              </a:rPr>
              <a:t>www.1ppt.com/ziliao/                   </a:t>
            </a:r>
            <a:r>
              <a:rPr altLang="en-US" dirty="0" sz="100" lang="zh-CN">
                <a:solidFill>
                  <a:prstClr val="white"/>
                </a:solidFill>
              </a:rPr>
              <a:t>个人简历：</a:t>
            </a:r>
            <a:r>
              <a:rPr altLang="zh-CN" dirty="0" sz="100" lang="en-US">
                <a:solidFill>
                  <a:prstClr val="white"/>
                </a:solidFill>
              </a:rPr>
              <a:t>www.1ppt.com/jianli/             </a:t>
            </a:r>
          </a:p>
          <a:p>
            <a:pPr fontAlgn="base">
              <a:spcBef>
                <a:spcPct val="0"/>
              </a:spcBef>
              <a:spcAft>
                <a:spcPct val="0"/>
              </a:spcAft>
            </a:pPr>
            <a:r>
              <a:rPr altLang="en-US" dirty="0" sz="100" lang="zh-CN">
                <a:solidFill>
                  <a:prstClr val="white"/>
                </a:solidFill>
              </a:rPr>
              <a:t>试卷下载：</a:t>
            </a:r>
            <a:r>
              <a:rPr altLang="zh-CN" dirty="0" sz="100" lang="en-US">
                <a:solidFill>
                  <a:prstClr val="white"/>
                </a:solidFill>
              </a:rPr>
              <a:t>www.1ppt.com/shiti/                     </a:t>
            </a:r>
            <a:r>
              <a:rPr altLang="en-US" dirty="0" sz="100" lang="zh-CN">
                <a:solidFill>
                  <a:prstClr val="white"/>
                </a:solidFill>
              </a:rPr>
              <a:t>教案下载：</a:t>
            </a:r>
            <a:r>
              <a:rPr altLang="zh-CN" dirty="0" sz="100" lang="en-US">
                <a:solidFill>
                  <a:prstClr val="white"/>
                </a:solidFill>
              </a:rPr>
              <a:t>www.1ppt.com/jiaoan/               </a:t>
            </a:r>
          </a:p>
          <a:p>
            <a:pPr fontAlgn="base">
              <a:spcBef>
                <a:spcPct val="0"/>
              </a:spcBef>
              <a:spcAft>
                <a:spcPct val="0"/>
              </a:spcAft>
            </a:pPr>
            <a:r>
              <a:rPr altLang="en-US" dirty="0" sz="100" lang="zh-CN">
                <a:solidFill>
                  <a:prstClr val="white"/>
                </a:solidFill>
              </a:rPr>
              <a:t>手抄报：</a:t>
            </a:r>
            <a:r>
              <a:rPr altLang="zh-CN" dirty="0" sz="100" lang="en-US">
                <a:solidFill>
                  <a:prstClr val="white"/>
                </a:solidFill>
              </a:rPr>
              <a:t>www.1ppt.com/shouchaobao/          PPT</a:t>
            </a:r>
            <a:r>
              <a:rPr altLang="en-US" dirty="0" sz="100" lang="zh-CN">
                <a:solidFill>
                  <a:prstClr val="white"/>
                </a:solidFill>
              </a:rPr>
              <a:t>课件：</a:t>
            </a:r>
            <a:r>
              <a:rPr altLang="zh-CN" dirty="0" sz="100" lang="en-US">
                <a:solidFill>
                  <a:prstClr val="white"/>
                </a:solidFill>
              </a:rPr>
              <a:t>www.1ppt.com/kejian/ </a:t>
            </a:r>
          </a:p>
          <a:p>
            <a:pPr fontAlgn="base">
              <a:spcBef>
                <a:spcPct val="0"/>
              </a:spcBef>
              <a:spcAft>
                <a:spcPct val="0"/>
              </a:spcAft>
            </a:pPr>
            <a:r>
              <a:rPr altLang="en-US" dirty="0" sz="100" lang="zh-CN">
                <a:solidFill>
                  <a:prstClr val="white"/>
                </a:solidFill>
              </a:rPr>
              <a:t>语文课件：</a:t>
            </a:r>
            <a:r>
              <a:rPr altLang="zh-CN" dirty="0" sz="100" lang="en-US">
                <a:solidFill>
                  <a:prstClr val="white"/>
                </a:solidFill>
              </a:rPr>
              <a:t>www.1ppt.com/kejian/yuwen/    </a:t>
            </a:r>
            <a:r>
              <a:rPr altLang="en-US" dirty="0" sz="100" lang="zh-CN">
                <a:solidFill>
                  <a:prstClr val="white"/>
                </a:solidFill>
              </a:rPr>
              <a:t>数学课件：</a:t>
            </a:r>
            <a:r>
              <a:rPr altLang="zh-CN" dirty="0" sz="100" lang="en-US">
                <a:solidFill>
                  <a:prstClr val="white"/>
                </a:solidFill>
              </a:rPr>
              <a:t>www.1ppt.com/kejian/shuxue/ </a:t>
            </a:r>
          </a:p>
          <a:p>
            <a:pPr fontAlgn="base">
              <a:spcBef>
                <a:spcPct val="0"/>
              </a:spcBef>
              <a:spcAft>
                <a:spcPct val="0"/>
              </a:spcAft>
            </a:pPr>
            <a:r>
              <a:rPr altLang="en-US" dirty="0" sz="100" lang="zh-CN">
                <a:solidFill>
                  <a:prstClr val="white"/>
                </a:solidFill>
              </a:rPr>
              <a:t>英语课件：</a:t>
            </a:r>
            <a:r>
              <a:rPr altLang="zh-CN" dirty="0" sz="100" lang="en-US">
                <a:solidFill>
                  <a:prstClr val="white"/>
                </a:solidFill>
              </a:rPr>
              <a:t>www.1ppt.com/kejian/yingyu/    </a:t>
            </a:r>
            <a:r>
              <a:rPr altLang="en-US" dirty="0" sz="100" lang="zh-CN">
                <a:solidFill>
                  <a:prstClr val="white"/>
                </a:solidFill>
              </a:rPr>
              <a:t>美术课件：</a:t>
            </a:r>
            <a:r>
              <a:rPr altLang="zh-CN" dirty="0" sz="100" lang="en-US">
                <a:solidFill>
                  <a:prstClr val="white"/>
                </a:solidFill>
              </a:rPr>
              <a:t>www.1ppt.com/kejian/meishu/ </a:t>
            </a:r>
          </a:p>
          <a:p>
            <a:pPr fontAlgn="base">
              <a:spcBef>
                <a:spcPct val="0"/>
              </a:spcBef>
              <a:spcAft>
                <a:spcPct val="0"/>
              </a:spcAft>
            </a:pPr>
            <a:r>
              <a:rPr altLang="en-US" dirty="0" sz="100" lang="zh-CN">
                <a:solidFill>
                  <a:prstClr val="white"/>
                </a:solidFill>
              </a:rPr>
              <a:t>科学课件：</a:t>
            </a:r>
            <a:r>
              <a:rPr altLang="zh-CN" dirty="0" sz="100" lang="en-US">
                <a:solidFill>
                  <a:prstClr val="white"/>
                </a:solidFill>
              </a:rPr>
              <a:t>www.1ppt.com/kejian/kexue/     </a:t>
            </a:r>
            <a:r>
              <a:rPr altLang="en-US" dirty="0" sz="100" lang="zh-CN">
                <a:solidFill>
                  <a:prstClr val="white"/>
                </a:solidFill>
              </a:rPr>
              <a:t>物理课件：</a:t>
            </a:r>
            <a:r>
              <a:rPr altLang="zh-CN" dirty="0" sz="100" lang="en-US">
                <a:solidFill>
                  <a:prstClr val="white"/>
                </a:solidFill>
              </a:rPr>
              <a:t>www.1ppt.com/kejian/wuli/ </a:t>
            </a:r>
          </a:p>
          <a:p>
            <a:pPr fontAlgn="base">
              <a:spcBef>
                <a:spcPct val="0"/>
              </a:spcBef>
              <a:spcAft>
                <a:spcPct val="0"/>
              </a:spcAft>
            </a:pPr>
            <a:r>
              <a:rPr altLang="en-US" dirty="0" sz="100" lang="zh-CN">
                <a:solidFill>
                  <a:prstClr val="white"/>
                </a:solidFill>
              </a:rPr>
              <a:t>化学课件：</a:t>
            </a:r>
            <a:r>
              <a:rPr altLang="zh-CN" dirty="0" sz="100" lang="en-US">
                <a:solidFill>
                  <a:prstClr val="white"/>
                </a:solidFill>
              </a:rPr>
              <a:t>www.1ppt.com/kejian/huaxue/  </a:t>
            </a:r>
            <a:r>
              <a:rPr altLang="en-US" dirty="0" sz="100" lang="zh-CN">
                <a:solidFill>
                  <a:prstClr val="white"/>
                </a:solidFill>
              </a:rPr>
              <a:t>生物课件：</a:t>
            </a:r>
            <a:r>
              <a:rPr altLang="zh-CN" dirty="0" sz="100" lang="en-US">
                <a:solidFill>
                  <a:prstClr val="white"/>
                </a:solidFill>
              </a:rPr>
              <a:t>www.1ppt.com/kejian/shengwu/ </a:t>
            </a:r>
          </a:p>
          <a:p>
            <a:pPr fontAlgn="base">
              <a:spcBef>
                <a:spcPct val="0"/>
              </a:spcBef>
              <a:spcAft>
                <a:spcPct val="0"/>
              </a:spcAft>
            </a:pPr>
            <a:r>
              <a:rPr altLang="en-US" dirty="0" sz="100" lang="zh-CN">
                <a:solidFill>
                  <a:prstClr val="white"/>
                </a:solidFill>
              </a:rPr>
              <a:t>地理课件：</a:t>
            </a:r>
            <a:r>
              <a:rPr altLang="zh-CN" dirty="0" sz="100" lang="en-US">
                <a:solidFill>
                  <a:prstClr val="white"/>
                </a:solidFill>
              </a:rPr>
              <a:t>www.1ppt.com/kejian/dili/          </a:t>
            </a:r>
            <a:r>
              <a:rPr altLang="en-US" dirty="0" sz="100" lang="zh-CN">
                <a:solidFill>
                  <a:prstClr val="white"/>
                </a:solidFill>
              </a:rPr>
              <a:t>历史课件：</a:t>
            </a:r>
            <a:r>
              <a:rPr altLang="zh-CN" dirty="0" sz="100" lang="en-US">
                <a:solidFill>
                  <a:prstClr val="white"/>
                </a:solidFill>
              </a:rPr>
              <a:t>www.1ppt.com/kejian/lishi/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两栏内容">
    <p:spTree>
      <p:nvGrpSpPr>
        <p:cNvPr id="308" name=""/>
        <p:cNvGrpSpPr/>
        <p:nvPr/>
      </p:nvGrpSpPr>
      <p:grpSpPr>
        <a:xfrm>
          <a:off x="0" y="0"/>
          <a:ext cx="0" cy="0"/>
          <a:chOff x="0" y="0"/>
          <a:chExt cx="0" cy="0"/>
        </a:xfrm>
      </p:grpSpPr>
      <p:sp>
        <p:nvSpPr>
          <p:cNvPr id="1049106" name="标题 1"/>
          <p:cNvSpPr>
            <a:spLocks noGrp="1"/>
          </p:cNvSpPr>
          <p:nvPr>
            <p:ph type="title"/>
            <p:custDataLst>
              <p:tags r:id="rId1"/>
            </p:custDataLst>
          </p:nvPr>
        </p:nvSpPr>
        <p:spPr>
          <a:xfrm>
            <a:off x="502412" y="324000"/>
            <a:ext cx="8139178" cy="486000"/>
          </a:xfrm>
        </p:spPr>
        <p:txBody>
          <a:bodyPr anchor="ctr" anchorCtr="0" bIns="38100" lIns="101600" rIns="76200" rtlCol="0" tIns="38100" vert="horz">
            <a:noAutofit/>
          </a:bodyPr>
          <a:lstStyle>
            <a:lvl1pPr algn="l" defTabSz="914400" eaLnBrk="1" fontAlgn="auto" hangingPunct="1" latinLnBrk="0" lvl="0" marL="0" marR="0" rtl="0">
              <a:lnSpc>
                <a:spcPct val="100000"/>
              </a:lnSpc>
              <a:buNone/>
              <a:defRPr altLang="en-US" baseline="0" b="1" cap="none" dirty="0" sz="2100" i="0" kern="1200" kumimoji="0" lang="zh-CN" noProof="1" normalizeH="0" spc="200" strike="noStrike" u="none">
                <a:solidFill>
                  <a:schemeClr val="tx1"/>
                </a:solidFill>
                <a:latin typeface="+mj-lt"/>
                <a:ea typeface="+mj-ea"/>
                <a:cs typeface="+mj-cs"/>
                <a:sym typeface="+mn-ea"/>
              </a:defRPr>
            </a:lvl1pPr>
          </a:lstStyle>
          <a:p>
            <a:pPr lvl="0"/>
            <a:r>
              <a:rPr dirty="0">
                <a:sym typeface="+mn-ea"/>
              </a:rPr>
              <a:t>单击此处编辑母版标题样式</a:t>
            </a:r>
          </a:p>
        </p:txBody>
      </p:sp>
      <p:sp>
        <p:nvSpPr>
          <p:cNvPr id="1049107" name="内容占位符 2"/>
          <p:cNvSpPr>
            <a:spLocks noGrp="1"/>
          </p:cNvSpPr>
          <p:nvPr>
            <p:ph sz="half" idx="1"/>
            <p:custDataLst>
              <p:tags r:id="rId2"/>
            </p:custDataLst>
          </p:nvPr>
        </p:nvSpPr>
        <p:spPr>
          <a:xfrm>
            <a:off x="502448" y="972000"/>
            <a:ext cx="3962432" cy="3780000"/>
          </a:xfrm>
        </p:spPr>
        <p:txBody>
          <a:bodyPr bIns="0" lIns="101600" rIns="82550" rtlCol="0" tIns="0" vert="horz">
            <a:noAutofit/>
          </a:bodyPr>
          <a:lstStyle>
            <a:lvl1pPr algn="l" defTabSz="914400" eaLnBrk="1" fontAlgn="auto" hangingPunct="1" indent="-171450" latinLnBrk="0" lvl="0" marL="1714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1pPr>
            <a:lvl2pPr algn="l" defTabSz="914400" eaLnBrk="1" fontAlgn="auto" hangingPunct="1" indent="-171450" latinLnBrk="0" lvl="1" marL="514350" marR="0" rtl="0">
              <a:lnSpc>
                <a:spcPct val="130000"/>
              </a:lnSpc>
              <a:spcBef>
                <a:spcPts val="0"/>
              </a:spcBef>
              <a:spcAft>
                <a:spcPts val="1000"/>
              </a:spcAft>
              <a:buFont typeface="Arial" panose="020B0604020202020204" pitchFamily="34" charset="0"/>
              <a:buChar char="•"/>
              <a:tabLst>
                <a:tab algn="l" pos="1609725"/>
              </a:tabLst>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2pPr>
            <a:lvl3pPr algn="l" defTabSz="914400" eaLnBrk="1" fontAlgn="auto" hangingPunct="1" indent="-171450" latinLnBrk="0" lvl="2" marL="8572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3pPr>
            <a:lvl4pPr algn="l" defTabSz="914400" eaLnBrk="1" fontAlgn="auto" hangingPunct="1" indent="-171450" latinLnBrk="0" lvl="3" marL="12001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4pPr>
            <a:lvl5pPr algn="l" defTabSz="914400" eaLnBrk="1" fontAlgn="auto" hangingPunct="1" indent="-171450" latinLnBrk="0" lvl="4" marL="15430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1049108" name="内容占位符 3"/>
          <p:cNvSpPr>
            <a:spLocks noGrp="1"/>
          </p:cNvSpPr>
          <p:nvPr>
            <p:ph sz="half" idx="2"/>
            <p:custDataLst>
              <p:tags r:id="rId3"/>
            </p:custDataLst>
          </p:nvPr>
        </p:nvSpPr>
        <p:spPr>
          <a:xfrm>
            <a:off x="4679158" y="972000"/>
            <a:ext cx="3962432" cy="3780000"/>
          </a:xfrm>
        </p:spPr>
        <p:txBody>
          <a:bodyPr>
            <a:noAutofit/>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altLang="en-US" dirty="0" lang="zh-CN"/>
              <a:t>单击此处编辑母版文本样式</a:t>
            </a:r>
          </a:p>
          <a:p>
            <a:pPr lvl="1"/>
            <a:r>
              <a:rPr altLang="en-US" dirty="0" lang="zh-CN"/>
              <a:t>第二级</a:t>
            </a:r>
          </a:p>
          <a:p>
            <a:pPr lvl="2"/>
            <a:r>
              <a:rPr altLang="en-US" dirty="0" lang="zh-CN"/>
              <a:t>第三级</a:t>
            </a:r>
          </a:p>
          <a:p>
            <a:pPr lvl="3"/>
            <a:r>
              <a:rPr altLang="en-US" dirty="0" lang="zh-CN"/>
              <a:t>第四级</a:t>
            </a:r>
          </a:p>
          <a:p>
            <a:pPr lvl="4"/>
            <a:r>
              <a:rPr altLang="en-US" dirty="0" lang="zh-CN"/>
              <a:t>第五级</a:t>
            </a:r>
          </a:p>
        </p:txBody>
      </p:sp>
      <p:sp>
        <p:nvSpPr>
          <p:cNvPr id="1049109" name="日期占位符 4"/>
          <p:cNvSpPr>
            <a:spLocks noGrp="1"/>
          </p:cNvSpPr>
          <p:nvPr>
            <p:ph type="dt" sz="half" idx="10"/>
            <p:custDataLst>
              <p:tags r:id="rId4"/>
            </p:custDataLst>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110" name="页脚占位符 5"/>
          <p:cNvSpPr>
            <a:spLocks noGrp="1"/>
          </p:cNvSpPr>
          <p:nvPr>
            <p:ph type="ftr" sz="quarter" idx="11"/>
            <p:custDataLst>
              <p:tags r:id="rId5"/>
            </p:custDataLst>
          </p:nvPr>
        </p:nvSpPr>
        <p:spPr/>
        <p:txBody>
          <a:bodyPr/>
          <a:p>
            <a:endParaRPr altLang="en-US" lang="zh-CN">
              <a:solidFill>
                <a:prstClr val="black">
                  <a:tint val="75000"/>
                </a:prstClr>
              </a:solidFill>
            </a:endParaRPr>
          </a:p>
        </p:txBody>
      </p:sp>
      <p:sp>
        <p:nvSpPr>
          <p:cNvPr id="1049111" name="灯片编号占位符 6"/>
          <p:cNvSpPr>
            <a:spLocks noGrp="1"/>
          </p:cNvSpPr>
          <p:nvPr>
            <p:ph type="sldNum" sz="quarter" idx="12"/>
            <p:custDataLst>
              <p:tags r:id="rId6"/>
            </p:custDataLst>
          </p:nvPr>
        </p:nvSpPr>
        <p:spPr/>
        <p:txBody>
          <a:bodyPr/>
          <a:p>
            <a:fld id="{49AE70B2-8BF9-45C0-BB95-33D1B9D3A854}"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比较">
    <p:spTree>
      <p:nvGrpSpPr>
        <p:cNvPr id="307" name=""/>
        <p:cNvGrpSpPr/>
        <p:nvPr/>
      </p:nvGrpSpPr>
      <p:grpSpPr>
        <a:xfrm>
          <a:off x="0" y="0"/>
          <a:ext cx="0" cy="0"/>
          <a:chOff x="0" y="0"/>
          <a:chExt cx="0" cy="0"/>
        </a:xfrm>
      </p:grpSpPr>
      <p:sp>
        <p:nvSpPr>
          <p:cNvPr id="1049098" name="标题 1"/>
          <p:cNvSpPr>
            <a:spLocks noGrp="1"/>
          </p:cNvSpPr>
          <p:nvPr>
            <p:ph type="title"/>
            <p:custDataLst>
              <p:tags r:id="rId1"/>
            </p:custDataLst>
          </p:nvPr>
        </p:nvSpPr>
        <p:spPr>
          <a:xfrm>
            <a:off x="502412" y="324000"/>
            <a:ext cx="8139178" cy="486000"/>
          </a:xfrm>
        </p:spPr>
        <p:txBody>
          <a:bodyPr anchor="ctr" anchorCtr="0" bIns="38100" lIns="101600" rIns="76200" rtlCol="0" tIns="38100" vert="horz">
            <a:noAutofit/>
          </a:bodyPr>
          <a:lstStyle>
            <a:lvl1pPr algn="l" defTabSz="914400" eaLnBrk="1" fontAlgn="auto" hangingPunct="1" latinLnBrk="0" lvl="0" marL="0" marR="0" rtl="0">
              <a:lnSpc>
                <a:spcPct val="100000"/>
              </a:lnSpc>
              <a:buNone/>
              <a:defRPr altLang="en-US" baseline="0" b="1" cap="none" dirty="0" sz="2100" i="0" kern="1200" kumimoji="0" lang="zh-CN" noProof="1" normalizeH="0" spc="200" strike="noStrike" u="none">
                <a:solidFill>
                  <a:schemeClr val="tx1"/>
                </a:solidFill>
                <a:latin typeface="+mj-lt"/>
                <a:ea typeface="+mj-ea"/>
                <a:cs typeface="+mj-cs"/>
                <a:sym typeface="+mn-ea"/>
              </a:defRPr>
            </a:lvl1pPr>
          </a:lstStyle>
          <a:p>
            <a:pPr lvl="0"/>
            <a:r>
              <a:rPr dirty="0">
                <a:sym typeface="+mn-ea"/>
              </a:rPr>
              <a:t>单击此处编辑母版标题样式</a:t>
            </a:r>
          </a:p>
        </p:txBody>
      </p:sp>
      <p:sp>
        <p:nvSpPr>
          <p:cNvPr id="1049099" name="文本占位符 2"/>
          <p:cNvSpPr>
            <a:spLocks noGrp="1"/>
          </p:cNvSpPr>
          <p:nvPr>
            <p:ph type="body" idx="1" hasCustomPrompt="1"/>
            <p:custDataLst>
              <p:tags r:id="rId2"/>
            </p:custDataLst>
          </p:nvPr>
        </p:nvSpPr>
        <p:spPr>
          <a:xfrm>
            <a:off x="502448" y="972000"/>
            <a:ext cx="3962432" cy="285752"/>
          </a:xfrm>
        </p:spPr>
        <p:txBody>
          <a:bodyPr anchor="t" anchorCtr="0" bIns="38100" lIns="101600" rIns="76200" tIns="38100">
            <a:noAutofit/>
          </a:bodyPr>
          <a:lstStyle>
            <a:lvl1pPr eaLnBrk="1" fontAlgn="auto" hangingPunct="1" indent="0" latinLnBrk="0" marL="0">
              <a:lnSpc>
                <a:spcPct val="100000"/>
              </a:lnSpc>
              <a:spcAft>
                <a:spcPts val="0"/>
              </a:spcAft>
              <a:buNone/>
              <a:defRPr baseline="0" b="1" cap="none" sz="1500" kern="1200" normalizeH="0" spc="200" strike="noStrike" u="none">
                <a:solidFill>
                  <a:schemeClr val="tx1"/>
                </a:solidFill>
              </a:defRPr>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ltLang="en-US" dirty="0" lang="zh-CN"/>
              <a:t>单击此处编辑文本</a:t>
            </a:r>
          </a:p>
        </p:txBody>
      </p:sp>
      <p:sp>
        <p:nvSpPr>
          <p:cNvPr id="1049100" name="内容占位符 3"/>
          <p:cNvSpPr>
            <a:spLocks noGrp="1"/>
          </p:cNvSpPr>
          <p:nvPr>
            <p:ph sz="half" idx="2"/>
            <p:custDataLst>
              <p:tags r:id="rId3"/>
            </p:custDataLst>
          </p:nvPr>
        </p:nvSpPr>
        <p:spPr>
          <a:xfrm>
            <a:off x="502444" y="1341782"/>
            <a:ext cx="3962400" cy="3414176"/>
          </a:xfrm>
        </p:spPr>
        <p:txBody>
          <a:bodyPr bIns="0" lIns="101600" rIns="82550" rtlCol="0" tIns="0" vert="horz">
            <a:noAutofit/>
          </a:bodyPr>
          <a:lstStyle>
            <a:lvl1pPr algn="l" defTabSz="914400" eaLnBrk="1" fontAlgn="auto" hangingPunct="1" indent="-171450" latinLnBrk="0" lvl="0" marL="1714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1pPr>
            <a:lvl2pPr algn="l" defTabSz="914400" eaLnBrk="1" fontAlgn="auto" hangingPunct="1" indent="-171450" latinLnBrk="0" lvl="1" marL="514350" marR="0" rtl="0">
              <a:lnSpc>
                <a:spcPct val="130000"/>
              </a:lnSpc>
              <a:spcBef>
                <a:spcPts val="0"/>
              </a:spcBef>
              <a:spcAft>
                <a:spcPts val="1000"/>
              </a:spcAft>
              <a:buFont typeface="Arial" panose="020B0604020202020204" pitchFamily="34" charset="0"/>
              <a:buChar char="•"/>
              <a:tabLst>
                <a:tab algn="l" pos="1609725"/>
              </a:tabLst>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2pPr>
            <a:lvl3pPr algn="l" defTabSz="914400" eaLnBrk="1" fontAlgn="auto" hangingPunct="1" indent="-171450" latinLnBrk="0" lvl="2" marL="8572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3pPr>
            <a:lvl4pPr algn="l" defTabSz="914400" eaLnBrk="1" fontAlgn="auto" hangingPunct="1" indent="-171450" latinLnBrk="0" lvl="3" marL="12001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4pPr>
            <a:lvl5pPr algn="l" defTabSz="914400" eaLnBrk="1" fontAlgn="auto" hangingPunct="1" indent="-171450" latinLnBrk="0" lvl="4" marL="15430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1049101" name="文本占位符 4"/>
          <p:cNvSpPr>
            <a:spLocks noGrp="1"/>
          </p:cNvSpPr>
          <p:nvPr>
            <p:ph type="body" sz="quarter" idx="3" hasCustomPrompt="1"/>
            <p:custDataLst>
              <p:tags r:id="rId4"/>
            </p:custDataLst>
          </p:nvPr>
        </p:nvSpPr>
        <p:spPr>
          <a:xfrm>
            <a:off x="4676813" y="972000"/>
            <a:ext cx="3962432" cy="285752"/>
          </a:xfrm>
        </p:spPr>
        <p:txBody>
          <a:bodyPr anchor="t" anchorCtr="0" bIns="38100" lIns="101600" rIns="76200" rtlCol="0" tIns="38100" vert="horz">
            <a:noAutofit/>
          </a:bodyPr>
          <a:lstStyle>
            <a:lvl1pPr algn="l" defTabSz="914400" eaLnBrk="1" fontAlgn="auto" hangingPunct="1" indent="0" latinLnBrk="0" lvl="0" marL="0" marR="0" rtl="0">
              <a:lnSpc>
                <a:spcPct val="100000"/>
              </a:lnSpc>
              <a:spcBef>
                <a:spcPts val="0"/>
              </a:spcBef>
              <a:spcAft>
                <a:spcPts val="0"/>
              </a:spcAft>
              <a:buFont typeface="Arial" panose="020B0604020202020204" pitchFamily="34" charset="0"/>
              <a:buNone/>
              <a:defRPr altLang="en-US" baseline="0" b="1" cap="none" dirty="0" sz="1500" i="0" kern="1200" kumimoji="0" lang="zh-CN" noProof="1" normalizeH="0" spc="200" strike="noStrike" u="none">
                <a:solidFill>
                  <a:schemeClr val="tx1"/>
                </a:solidFill>
                <a:latin typeface="+mn-lt"/>
                <a:ea typeface="+mn-ea"/>
                <a:cs typeface="+mn-cs"/>
                <a:sym typeface="+mn-ea"/>
              </a:defRPr>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sym typeface="+mn-ea"/>
              </a:rPr>
              <a:t>单击此处编辑文本</a:t>
            </a:r>
          </a:p>
        </p:txBody>
      </p:sp>
      <p:sp>
        <p:nvSpPr>
          <p:cNvPr id="1049102" name="内容占位符 5"/>
          <p:cNvSpPr>
            <a:spLocks noGrp="1"/>
          </p:cNvSpPr>
          <p:nvPr>
            <p:ph sz="quarter" idx="4"/>
            <p:custDataLst>
              <p:tags r:id="rId5"/>
            </p:custDataLst>
          </p:nvPr>
        </p:nvSpPr>
        <p:spPr>
          <a:xfrm>
            <a:off x="4676813" y="1341782"/>
            <a:ext cx="3962432" cy="3414176"/>
          </a:xfrm>
        </p:spPr>
        <p:txBody>
          <a:bodyPr bIns="0" lIns="101600" rIns="82550" rtlCol="0" tIns="0" vert="horz">
            <a:noAutofit/>
          </a:bodyPr>
          <a:lstStyle>
            <a:lvl1pPr algn="l" defTabSz="914400" eaLnBrk="1" fontAlgn="auto" hangingPunct="1" indent="-171450" latinLnBrk="0" lvl="0" marL="1714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1pPr>
            <a:lvl2pPr algn="l" defTabSz="914400" eaLnBrk="1" fontAlgn="auto" hangingPunct="1" indent="-171450" latinLnBrk="0" lvl="1" marL="514350" marR="0" rtl="0">
              <a:lnSpc>
                <a:spcPct val="130000"/>
              </a:lnSpc>
              <a:spcBef>
                <a:spcPts val="0"/>
              </a:spcBef>
              <a:spcAft>
                <a:spcPts val="1000"/>
              </a:spcAft>
              <a:buFont typeface="Arial" panose="020B0604020202020204" pitchFamily="34" charset="0"/>
              <a:buChar char="•"/>
              <a:tabLst>
                <a:tab algn="l" pos="1609725"/>
              </a:tabLst>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2pPr>
            <a:lvl3pPr algn="l" defTabSz="914400" eaLnBrk="1" fontAlgn="auto" hangingPunct="1" indent="-171450" latinLnBrk="0" lvl="2" marL="8572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3pPr>
            <a:lvl4pPr algn="l" defTabSz="914400" eaLnBrk="1" fontAlgn="auto" hangingPunct="1" indent="-171450" latinLnBrk="0" lvl="3" marL="12001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4pPr>
            <a:lvl5pPr algn="l" defTabSz="914400" eaLnBrk="1" fontAlgn="auto" hangingPunct="1" indent="-171450" latinLnBrk="0" lvl="4" marL="15430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1049103" name="日期占位符 6"/>
          <p:cNvSpPr>
            <a:spLocks noGrp="1"/>
          </p:cNvSpPr>
          <p:nvPr>
            <p:ph type="dt" sz="half" idx="10"/>
            <p:custDataLst>
              <p:tags r:id="rId6"/>
            </p:custDataLst>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104" name="页脚占位符 7"/>
          <p:cNvSpPr>
            <a:spLocks noGrp="1"/>
          </p:cNvSpPr>
          <p:nvPr>
            <p:ph type="ftr" sz="quarter" idx="11"/>
            <p:custDataLst>
              <p:tags r:id="rId7"/>
            </p:custDataLst>
          </p:nvPr>
        </p:nvSpPr>
        <p:spPr/>
        <p:txBody>
          <a:bodyPr/>
          <a:p>
            <a:endParaRPr altLang="en-US" lang="zh-CN">
              <a:solidFill>
                <a:prstClr val="black">
                  <a:tint val="75000"/>
                </a:prstClr>
              </a:solidFill>
            </a:endParaRPr>
          </a:p>
        </p:txBody>
      </p:sp>
      <p:sp>
        <p:nvSpPr>
          <p:cNvPr id="1049105" name="灯片编号占位符 8"/>
          <p:cNvSpPr>
            <a:spLocks noGrp="1"/>
          </p:cNvSpPr>
          <p:nvPr>
            <p:ph type="sldNum" sz="quarter" idx="12"/>
            <p:custDataLst>
              <p:tags r:id="rId8"/>
            </p:custDataLst>
          </p:nvPr>
        </p:nvSpPr>
        <p:spPr/>
        <p:txBody>
          <a:bodyPr/>
          <a:p>
            <a:fld id="{49AE70B2-8BF9-45C0-BB95-33D1B9D3A854}"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仅标题">
    <p:spTree>
      <p:nvGrpSpPr>
        <p:cNvPr id="301" name=""/>
        <p:cNvGrpSpPr/>
        <p:nvPr/>
      </p:nvGrpSpPr>
      <p:grpSpPr>
        <a:xfrm>
          <a:off x="0" y="0"/>
          <a:ext cx="0" cy="0"/>
          <a:chOff x="0" y="0"/>
          <a:chExt cx="0" cy="0"/>
        </a:xfrm>
      </p:grpSpPr>
      <p:sp>
        <p:nvSpPr>
          <p:cNvPr id="1049071" name="标题 1"/>
          <p:cNvSpPr>
            <a:spLocks noGrp="1"/>
          </p:cNvSpPr>
          <p:nvPr>
            <p:ph type="title"/>
            <p:custDataLst>
              <p:tags r:id="rId1"/>
            </p:custDataLst>
          </p:nvPr>
        </p:nvSpPr>
        <p:spPr/>
        <p:txBody>
          <a:bodyPr anchor="ctr" anchorCtr="0" bIns="38100" lIns="101600" rIns="76200" rtlCol="0" tIns="38100" vert="horz">
            <a:noAutofit/>
          </a:bodyPr>
          <a:lstStyle>
            <a:lvl1pPr algn="l" defTabSz="914400" eaLnBrk="1" fontAlgn="auto" hangingPunct="1" latinLnBrk="0" lvl="0" marL="0" marR="0" rtl="0">
              <a:lnSpc>
                <a:spcPct val="100000"/>
              </a:lnSpc>
              <a:buNone/>
              <a:defRPr altLang="en-US" baseline="0" b="1" cap="none" dirty="0" sz="2100" i="0" kern="1200" kumimoji="0" lang="zh-CN" noProof="1" normalizeH="0" spc="200" strike="noStrike" u="none">
                <a:solidFill>
                  <a:schemeClr val="tx1"/>
                </a:solidFill>
                <a:latin typeface="+mj-lt"/>
                <a:ea typeface="+mj-ea"/>
                <a:cs typeface="+mj-cs"/>
                <a:sym typeface="+mn-ea"/>
              </a:defRPr>
            </a:lvl1pPr>
          </a:lstStyle>
          <a:p>
            <a:pPr lvl="0"/>
            <a:r>
              <a:rPr>
                <a:sym typeface="+mn-ea"/>
              </a:rPr>
              <a:t>单击此处编辑母版标题样式</a:t>
            </a:r>
          </a:p>
        </p:txBody>
      </p:sp>
      <p:sp>
        <p:nvSpPr>
          <p:cNvPr id="1049072" name="日期占位符 2"/>
          <p:cNvSpPr>
            <a:spLocks noGrp="1"/>
          </p:cNvSpPr>
          <p:nvPr>
            <p:ph type="dt" sz="half" idx="10"/>
            <p:custDataLst>
              <p:tags r:id="rId2"/>
            </p:custDataLst>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73" name="页脚占位符 3"/>
          <p:cNvSpPr>
            <a:spLocks noGrp="1"/>
          </p:cNvSpPr>
          <p:nvPr>
            <p:ph type="ftr" sz="quarter" idx="11"/>
            <p:custDataLst>
              <p:tags r:id="rId3"/>
            </p:custDataLst>
          </p:nvPr>
        </p:nvSpPr>
        <p:spPr/>
        <p:txBody>
          <a:bodyPr/>
          <a:p>
            <a:endParaRPr altLang="en-US" lang="zh-CN">
              <a:solidFill>
                <a:prstClr val="black">
                  <a:tint val="75000"/>
                </a:prstClr>
              </a:solidFill>
            </a:endParaRPr>
          </a:p>
        </p:txBody>
      </p:sp>
      <p:sp>
        <p:nvSpPr>
          <p:cNvPr id="1049074" name="灯片编号占位符 4"/>
          <p:cNvSpPr>
            <a:spLocks noGrp="1"/>
          </p:cNvSpPr>
          <p:nvPr>
            <p:ph type="sldNum" sz="quarter" idx="12"/>
            <p:custDataLst>
              <p:tags r:id="rId4"/>
            </p:custDataLst>
          </p:nvPr>
        </p:nvSpPr>
        <p:spPr/>
        <p:txBody>
          <a:bodyPr/>
          <a:p>
            <a:fld id="{49AE70B2-8BF9-45C0-BB95-33D1B9D3A854}"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空白">
    <p:spTree>
      <p:nvGrpSpPr>
        <p:cNvPr id="230" name=""/>
        <p:cNvGrpSpPr/>
        <p:nvPr/>
      </p:nvGrpSpPr>
      <p:grpSpPr>
        <a:xfrm>
          <a:off x="0" y="0"/>
          <a:ext cx="0" cy="0"/>
          <a:chOff x="0" y="0"/>
          <a:chExt cx="0" cy="0"/>
        </a:xfrm>
      </p:grpSpPr>
      <p:sp>
        <p:nvSpPr>
          <p:cNvPr id="1048862" name="日期占位符 1"/>
          <p:cNvSpPr>
            <a:spLocks noGrp="1"/>
          </p:cNvSpPr>
          <p:nvPr>
            <p:ph type="dt" sz="half" idx="10"/>
            <p:custDataLst>
              <p:tags r:id="rId1"/>
            </p:custDataLst>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863" name="页脚占位符 2"/>
          <p:cNvSpPr>
            <a:spLocks noGrp="1"/>
          </p:cNvSpPr>
          <p:nvPr>
            <p:ph type="ftr" sz="quarter" idx="11"/>
            <p:custDataLst>
              <p:tags r:id="rId2"/>
            </p:custDataLst>
          </p:nvPr>
        </p:nvSpPr>
        <p:spPr/>
        <p:txBody>
          <a:bodyPr/>
          <a:p>
            <a:endParaRPr altLang="en-US" lang="zh-CN">
              <a:solidFill>
                <a:prstClr val="black">
                  <a:tint val="75000"/>
                </a:prstClr>
              </a:solidFill>
            </a:endParaRPr>
          </a:p>
        </p:txBody>
      </p:sp>
      <p:sp>
        <p:nvSpPr>
          <p:cNvPr id="1048864" name="灯片编号占位符 3"/>
          <p:cNvSpPr>
            <a:spLocks noGrp="1"/>
          </p:cNvSpPr>
          <p:nvPr>
            <p:ph type="sldNum" sz="quarter" idx="12"/>
            <p:custDataLst>
              <p:tags r:id="rId3"/>
            </p:custDataLst>
          </p:nvPr>
        </p:nvSpPr>
        <p:spPr/>
        <p:txBody>
          <a:bodyPr/>
          <a:p>
            <a:fld id="{49AE70B2-8BF9-45C0-BB95-33D1B9D3A854}"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303" name=""/>
        <p:cNvGrpSpPr/>
        <p:nvPr/>
      </p:nvGrpSpPr>
      <p:grpSpPr>
        <a:xfrm>
          <a:off x="0" y="0"/>
          <a:ext cx="0" cy="0"/>
          <a:chOff x="0" y="0"/>
          <a:chExt cx="0" cy="0"/>
        </a:xfrm>
      </p:grpSpPr>
      <p:sp>
        <p:nvSpPr>
          <p:cNvPr id="1049079" name="图片占位符 2"/>
          <p:cNvSpPr>
            <a:spLocks noGrp="1"/>
          </p:cNvSpPr>
          <p:nvPr>
            <p:ph type="pic" idx="1"/>
            <p:custDataLst>
              <p:tags r:id="rId1"/>
            </p:custDataLst>
          </p:nvPr>
        </p:nvSpPr>
        <p:spPr>
          <a:xfrm>
            <a:off x="502448" y="972000"/>
            <a:ext cx="3962432" cy="3780000"/>
          </a:xfrm>
        </p:spPr>
        <p:txBody>
          <a:bodyPr bIns="0" lIns="101600" rIns="82550" rtlCol="0" tIns="0" vert="horz">
            <a:noAutofit/>
          </a:bodyPr>
          <a:lstStyle>
            <a:lvl1pPr algn="l" defTabSz="914400" eaLnBrk="1" fontAlgn="auto" hangingPunct="1" indent="0" latinLnBrk="0" lvl="0" marL="0" marR="0" rtl="0">
              <a:lnSpc>
                <a:spcPct val="130000"/>
              </a:lnSpc>
              <a:spcBef>
                <a:spcPts val="0"/>
              </a:spcBef>
              <a:spcAft>
                <a:spcPts val="1000"/>
              </a:spcAft>
              <a:buFont typeface="Arial" panose="020B0604020202020204" pitchFamily="34" charset="0"/>
              <a:buNone/>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1pPr>
            <a:lvl2pPr algn="l" defTabSz="914400" eaLnBrk="1" fontAlgn="auto" hangingPunct="1" indent="-171450" latinLnBrk="0" lvl="1" marL="514350" marR="0" rtl="0">
              <a:lnSpc>
                <a:spcPct val="130000"/>
              </a:lnSpc>
              <a:spcBef>
                <a:spcPts val="0"/>
              </a:spcBef>
              <a:spcAft>
                <a:spcPts val="1000"/>
              </a:spcAft>
              <a:buFont typeface="Arial" panose="020B0604020202020204" pitchFamily="34" charset="0"/>
              <a:buChar char="•"/>
              <a:tabLst>
                <a:tab algn="l" pos="1609725"/>
              </a:tabLst>
              <a:defRPr altLang="en-US" baseline="0" b="0" cap="none" dirty="0" sz="1200" i="0" kern="1200" kumimoji="0" lang="zh-CN" noProof="1" normalizeH="0" spc="150" strike="noStrike" u="none">
                <a:solidFill>
                  <a:schemeClr val="tx1"/>
                </a:solidFill>
                <a:latin typeface="+mn-lt"/>
                <a:ea typeface="+mn-ea"/>
                <a:cs typeface="+mn-cs"/>
                <a:sym typeface="+mn-ea"/>
              </a:defRPr>
            </a:lvl2pPr>
            <a:lvl3pPr algn="l" defTabSz="914400" eaLnBrk="1" fontAlgn="auto" hangingPunct="1" indent="-171450" latinLnBrk="0" lvl="2" marL="8572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solidFill>
                <a:latin typeface="+mn-lt"/>
                <a:ea typeface="+mn-ea"/>
                <a:cs typeface="+mn-cs"/>
                <a:sym typeface="+mn-ea"/>
              </a:defRPr>
            </a:lvl3pPr>
            <a:lvl4pPr algn="l" defTabSz="914400" eaLnBrk="1" fontAlgn="auto" hangingPunct="1" indent="-171450" latinLnBrk="0" lvl="3" marL="12001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solidFill>
                <a:latin typeface="+mn-lt"/>
                <a:ea typeface="+mn-ea"/>
                <a:cs typeface="+mn-cs"/>
                <a:sym typeface="+mn-ea"/>
              </a:defRPr>
            </a:lvl4pPr>
            <a:lvl5pPr algn="l" defTabSz="914400" eaLnBrk="1" fontAlgn="auto" hangingPunct="1" indent="-171450" latinLnBrk="0" lvl="4" marL="15430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solidFill>
                <a:latin typeface="+mn-lt"/>
                <a:ea typeface="+mn-ea"/>
                <a:cs typeface="+mn-cs"/>
                <a:sym typeface="+mn-ea"/>
              </a:defRPr>
            </a:lvl5pPr>
          </a:lstStyle>
          <a:p>
            <a:pPr lvl="0"/>
            <a:endParaRPr dirty="0">
              <a:sym typeface="+mn-ea"/>
            </a:endParaRPr>
          </a:p>
        </p:txBody>
      </p:sp>
      <p:sp>
        <p:nvSpPr>
          <p:cNvPr id="1049080" name="文本占位符 3"/>
          <p:cNvSpPr>
            <a:spLocks noGrp="1"/>
          </p:cNvSpPr>
          <p:nvPr>
            <p:ph type="body" sz="half" idx="2"/>
            <p:custDataLst>
              <p:tags r:id="rId2"/>
            </p:custDataLst>
          </p:nvPr>
        </p:nvSpPr>
        <p:spPr>
          <a:xfrm>
            <a:off x="4679194" y="972000"/>
            <a:ext cx="3962432" cy="3780000"/>
          </a:xfrm>
        </p:spPr>
        <p:txBody>
          <a:bodyPr bIns="0" lIns="101600" rIns="82550" rtlCol="0" tIns="0" vert="horz">
            <a:normAutofit/>
          </a:bodyPr>
          <a:lstStyle>
            <a:lvl1pPr algn="l" defTabSz="914400" eaLnBrk="1" fontAlgn="auto" hangingPunct="1" indent="-171450" latinLnBrk="0" lvl="0" marL="171450" marR="0" rtl="0">
              <a:lnSpc>
                <a:spcPct val="130000"/>
              </a:lnSpc>
              <a:spcBef>
                <a:spcPts val="0"/>
              </a:spcBef>
              <a:spcAft>
                <a:spcPts val="1000"/>
              </a:spcAft>
              <a:buFont typeface="Arial" panose="020B0604020202020204" pitchFamily="34" charset="0"/>
              <a:buChar char="•"/>
              <a:defRPr altLang="en-US" baseline="0" b="0" cap="none" dirty="0" sz="1200" i="0" kern="1200" kumimoji="0" lang="zh-CN" noProof="1" normalizeH="0" spc="150" strike="noStrike" u="none">
                <a:solidFill>
                  <a:schemeClr val="tx1">
                    <a:lumMod val="75000"/>
                    <a:lumOff val="25000"/>
                  </a:schemeClr>
                </a:solidFill>
                <a:latin typeface="+mn-lt"/>
                <a:ea typeface="+mn-ea"/>
                <a:cs typeface="+mn-cs"/>
                <a:sym typeface="+mn-ea"/>
              </a:defRPr>
            </a:lvl1pPr>
          </a:lstStyle>
          <a:p>
            <a:pPr lvl="0"/>
            <a:r>
              <a:rPr>
                <a:sym typeface="+mn-ea"/>
              </a:rPr>
              <a:t>单击此处编辑母版文本样式</a:t>
            </a:r>
          </a:p>
        </p:txBody>
      </p:sp>
      <p:sp>
        <p:nvSpPr>
          <p:cNvPr id="1049081" name="日期占位符 4"/>
          <p:cNvSpPr>
            <a:spLocks noGrp="1"/>
          </p:cNvSpPr>
          <p:nvPr>
            <p:ph type="dt" sz="half" idx="10"/>
            <p:custDataLst>
              <p:tags r:id="rId3"/>
            </p:custDataLst>
          </p:nvPr>
        </p:nvSpPr>
        <p:spPr/>
        <p:txBody>
          <a:bodyPr/>
          <a:p>
            <a:fld id="{9EFD9D74-47D9-4702-A33C-335B63B48DBF}" type="datetimeFigureOut">
              <a:rPr altLang="en-US" lang="zh-CN" smtClean="0">
                <a:solidFill>
                  <a:prstClr val="black">
                    <a:tint val="75000"/>
                  </a:prstClr>
                </a:solidFill>
              </a:rPr>
              <a:t>2022/2/5</a:t>
            </a:fld>
            <a:endParaRPr altLang="en-US" dirty="0" lang="zh-CN">
              <a:solidFill>
                <a:prstClr val="black">
                  <a:tint val="75000"/>
                </a:prstClr>
              </a:solidFill>
            </a:endParaRPr>
          </a:p>
        </p:txBody>
      </p:sp>
      <p:sp>
        <p:nvSpPr>
          <p:cNvPr id="1049082" name="页脚占位符 5"/>
          <p:cNvSpPr>
            <a:spLocks noGrp="1"/>
          </p:cNvSpPr>
          <p:nvPr>
            <p:ph type="ftr" sz="quarter" idx="11"/>
            <p:custDataLst>
              <p:tags r:id="rId4"/>
            </p:custDataLst>
          </p:nvPr>
        </p:nvSpPr>
        <p:spPr/>
        <p:txBody>
          <a:bodyPr/>
          <a:p>
            <a:endParaRPr altLang="en-US" dirty="0" lang="zh-CN">
              <a:solidFill>
                <a:prstClr val="black">
                  <a:tint val="75000"/>
                </a:prstClr>
              </a:solidFill>
            </a:endParaRPr>
          </a:p>
        </p:txBody>
      </p:sp>
      <p:sp>
        <p:nvSpPr>
          <p:cNvPr id="1049083" name="灯片编号占位符 6"/>
          <p:cNvSpPr>
            <a:spLocks noGrp="1"/>
          </p:cNvSpPr>
          <p:nvPr>
            <p:ph type="sldNum" sz="quarter" idx="12"/>
            <p:custDataLst>
              <p:tags r:id="rId5"/>
            </p:custDataLst>
          </p:nvPr>
        </p:nvSpPr>
        <p:spPr/>
        <p:txBody>
          <a:bodyPr/>
          <a:p>
            <a:fld id="{FABC47A4-756D-490B-A52F-7D9E2C9FC05F}" type="slidenum">
              <a:rPr altLang="en-US" lang="zh-CN" smtClean="0">
                <a:solidFill>
                  <a:prstClr val="black">
                    <a:tint val="75000"/>
                  </a:prstClr>
                </a:solidFill>
              </a:rPr>
              <a:t>‹#›</a:t>
            </a:fld>
            <a:endParaRPr altLang="en-US" lang="zh-CN">
              <a:solidFill>
                <a:prstClr val="black">
                  <a:tint val="75000"/>
                </a:prstClr>
              </a:solidFill>
            </a:endParaRPr>
          </a:p>
        </p:txBody>
      </p:sp>
      <p:sp>
        <p:nvSpPr>
          <p:cNvPr id="1049084" name="标题 8"/>
          <p:cNvSpPr>
            <a:spLocks noGrp="1"/>
          </p:cNvSpPr>
          <p:nvPr>
            <p:ph type="title"/>
            <p:custDataLst>
              <p:tags r:id="rId6"/>
            </p:custDataLst>
          </p:nvPr>
        </p:nvSpPr>
        <p:spPr/>
        <p:txBody>
          <a:bodyPr/>
          <a:p>
            <a:r>
              <a:rPr altLang="en-US" lang="zh-CN"/>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vertTitleAndTx">
  <p:cSld name="竖排标题与文本">
    <p:spTree>
      <p:nvGrpSpPr>
        <p:cNvPr id="305" name=""/>
        <p:cNvGrpSpPr/>
        <p:nvPr/>
      </p:nvGrpSpPr>
      <p:grpSpPr>
        <a:xfrm>
          <a:off x="0" y="0"/>
          <a:ext cx="0" cy="0"/>
          <a:chOff x="0" y="0"/>
          <a:chExt cx="0" cy="0"/>
        </a:xfrm>
      </p:grpSpPr>
      <p:sp>
        <p:nvSpPr>
          <p:cNvPr id="1049089" name="竖排标题 1"/>
          <p:cNvSpPr>
            <a:spLocks noGrp="1"/>
          </p:cNvSpPr>
          <p:nvPr>
            <p:ph type="title" orient="vert"/>
            <p:custDataLst>
              <p:tags r:id="rId1"/>
            </p:custDataLst>
          </p:nvPr>
        </p:nvSpPr>
        <p:spPr>
          <a:xfrm>
            <a:off x="7928351" y="714381"/>
            <a:ext cx="713238" cy="4041680"/>
          </a:xfrm>
        </p:spPr>
        <p:txBody>
          <a:bodyPr anchor="ctr" anchorCtr="0" bIns="38100" lIns="101600" rIns="76200" rtlCol="0" tIns="38100" vert="eaVert">
            <a:noAutofit/>
          </a:bodyPr>
          <a:lstStyle>
            <a:lvl1pPr algn="l" defTabSz="914400" eaLnBrk="1" fontAlgn="auto" hangingPunct="1" latinLnBrk="0" lvl="0" marL="0" marR="0" rtl="0">
              <a:lnSpc>
                <a:spcPct val="100000"/>
              </a:lnSpc>
              <a:spcAft>
                <a:spcPts val="0"/>
              </a:spcAft>
              <a:buNone/>
              <a:defRPr altLang="en-US" baseline="0" b="1" cap="none" dirty="0" sz="1800" i="0" kern="1200" kumimoji="0" lang="zh-CN" noProof="1" normalizeH="0" spc="200" strike="noStrike" u="none">
                <a:solidFill>
                  <a:schemeClr val="tx1"/>
                </a:solidFill>
                <a:latin typeface="+mj-lt"/>
                <a:ea typeface="+mj-ea"/>
                <a:cs typeface="+mj-cs"/>
                <a:sym typeface="+mn-ea"/>
              </a:defRPr>
            </a:lvl1pPr>
          </a:lstStyle>
          <a:p>
            <a:pPr lvl="0"/>
            <a:r>
              <a:rPr>
                <a:sym typeface="+mn-ea"/>
              </a:rPr>
              <a:t>单击此处编辑母版标题样式</a:t>
            </a:r>
          </a:p>
        </p:txBody>
      </p:sp>
      <p:sp>
        <p:nvSpPr>
          <p:cNvPr id="1049090" name="竖排文字占位符 2"/>
          <p:cNvSpPr>
            <a:spLocks noGrp="1"/>
          </p:cNvSpPr>
          <p:nvPr>
            <p:ph type="body" orient="vert" idx="1"/>
            <p:custDataLst>
              <p:tags r:id="rId2"/>
            </p:custDataLst>
          </p:nvPr>
        </p:nvSpPr>
        <p:spPr>
          <a:xfrm>
            <a:off x="502444" y="714375"/>
            <a:ext cx="7371076" cy="4041680"/>
          </a:xfrm>
        </p:spPr>
        <p:txBody>
          <a:bodyPr vert="eaVert"/>
          <a:lstStyle>
            <a:lvl1pPr eaLnBrk="1" fontAlgn="auto" hangingPunct="1" indent="0" latinLnBrk="0">
              <a:defRPr>
                <a:solidFill>
                  <a:schemeClr val="tx1">
                    <a:lumMod val="75000"/>
                    <a:lumOff val="25000"/>
                  </a:schemeClr>
                </a:solidFill>
              </a:defRPr>
            </a:lvl1pPr>
            <a:lvl2pPr eaLnBrk="1" fontAlgn="auto" hangingPunct="1" indent="0" latinLnBrk="0">
              <a:defRPr>
                <a:solidFill>
                  <a:schemeClr val="tx1">
                    <a:lumMod val="75000"/>
                    <a:lumOff val="25000"/>
                  </a:schemeClr>
                </a:solidFill>
              </a:defRPr>
            </a:lvl2pPr>
            <a:lvl3pPr eaLnBrk="1" fontAlgn="auto" hangingPunct="1" indent="0" latinLnBrk="0">
              <a:defRPr>
                <a:solidFill>
                  <a:schemeClr val="tx1">
                    <a:lumMod val="75000"/>
                    <a:lumOff val="25000"/>
                  </a:schemeClr>
                </a:solidFill>
              </a:defRPr>
            </a:lvl3pPr>
            <a:lvl4pPr eaLnBrk="1" fontAlgn="auto" hangingPunct="1" indent="0" latinLnBrk="0">
              <a:defRPr>
                <a:solidFill>
                  <a:schemeClr val="tx1">
                    <a:lumMod val="75000"/>
                    <a:lumOff val="25000"/>
                  </a:schemeClr>
                </a:solidFill>
              </a:defRPr>
            </a:lvl4pPr>
            <a:lvl5pPr eaLnBrk="1" fontAlgn="auto" hangingPunct="1" indent="0" latinLnBrk="0">
              <a:defRPr>
                <a:solidFill>
                  <a:schemeClr val="tx1">
                    <a:lumMod val="75000"/>
                    <a:lumOff val="25000"/>
                  </a:schemeClr>
                </a:solidFill>
              </a:defRPr>
            </a:lvl5pPr>
          </a:lstStyle>
          <a:p>
            <a:pPr lvl="0"/>
            <a:r>
              <a:rPr altLang="en-US" dirty="0" lang="zh-CN"/>
              <a:t>单击此处编辑母版文本样式</a:t>
            </a:r>
          </a:p>
          <a:p>
            <a:pPr lvl="1"/>
            <a:r>
              <a:rPr altLang="en-US" dirty="0" lang="zh-CN"/>
              <a:t>第二级</a:t>
            </a:r>
          </a:p>
          <a:p>
            <a:pPr lvl="2"/>
            <a:r>
              <a:rPr altLang="en-US" dirty="0" lang="zh-CN"/>
              <a:t>第三级</a:t>
            </a:r>
          </a:p>
          <a:p>
            <a:pPr lvl="3"/>
            <a:r>
              <a:rPr altLang="en-US" dirty="0" lang="zh-CN"/>
              <a:t>第四级</a:t>
            </a:r>
          </a:p>
          <a:p>
            <a:pPr lvl="4"/>
            <a:r>
              <a:rPr altLang="en-US" dirty="0" lang="zh-CN"/>
              <a:t>第五级</a:t>
            </a:r>
          </a:p>
        </p:txBody>
      </p:sp>
      <p:sp>
        <p:nvSpPr>
          <p:cNvPr id="1049091" name="日期占位符 3"/>
          <p:cNvSpPr>
            <a:spLocks noGrp="1"/>
          </p:cNvSpPr>
          <p:nvPr>
            <p:ph type="dt" sz="half" idx="10"/>
            <p:custDataLst>
              <p:tags r:id="rId3"/>
            </p:custDataLst>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92" name="页脚占位符 4"/>
          <p:cNvSpPr>
            <a:spLocks noGrp="1"/>
          </p:cNvSpPr>
          <p:nvPr>
            <p:ph type="ftr" sz="quarter" idx="11"/>
            <p:custDataLst>
              <p:tags r:id="rId4"/>
            </p:custDataLst>
          </p:nvPr>
        </p:nvSpPr>
        <p:spPr/>
        <p:txBody>
          <a:bodyPr/>
          <a:p>
            <a:endParaRPr altLang="en-US" lang="zh-CN">
              <a:solidFill>
                <a:prstClr val="black">
                  <a:tint val="75000"/>
                </a:prstClr>
              </a:solidFill>
            </a:endParaRPr>
          </a:p>
        </p:txBody>
      </p:sp>
      <p:sp>
        <p:nvSpPr>
          <p:cNvPr id="1049093" name="灯片编号占位符 5"/>
          <p:cNvSpPr>
            <a:spLocks noGrp="1"/>
          </p:cNvSpPr>
          <p:nvPr>
            <p:ph type="sldNum" sz="quarter" idx="12"/>
            <p:custDataLst>
              <p:tags r:id="rId5"/>
            </p:custDataLst>
          </p:nvPr>
        </p:nvSpPr>
        <p:spPr/>
        <p:txBody>
          <a:bodyPr/>
          <a:p>
            <a:fld id="{49AE70B2-8BF9-45C0-BB95-33D1B9D3A854}"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302" name=""/>
        <p:cNvGrpSpPr/>
        <p:nvPr/>
      </p:nvGrpSpPr>
      <p:grpSpPr>
        <a:xfrm>
          <a:off x="0" y="0"/>
          <a:ext cx="0" cy="0"/>
          <a:chOff x="0" y="0"/>
          <a:chExt cx="0" cy="0"/>
        </a:xfrm>
      </p:grpSpPr>
      <p:sp>
        <p:nvSpPr>
          <p:cNvPr id="1049075" name="日期占位符 2"/>
          <p:cNvSpPr>
            <a:spLocks noGrp="1"/>
          </p:cNvSpPr>
          <p:nvPr>
            <p:ph type="dt" sz="half" idx="10"/>
            <p:custDataLst>
              <p:tags r:id="rId1"/>
            </p:custDataLst>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76" name="页脚占位符 3"/>
          <p:cNvSpPr>
            <a:spLocks noGrp="1"/>
          </p:cNvSpPr>
          <p:nvPr>
            <p:ph type="ftr" sz="quarter" idx="11"/>
            <p:custDataLst>
              <p:tags r:id="rId2"/>
            </p:custDataLst>
          </p:nvPr>
        </p:nvSpPr>
        <p:spPr/>
        <p:txBody>
          <a:bodyPr/>
          <a:p>
            <a:endParaRPr altLang="en-US" lang="zh-CN">
              <a:solidFill>
                <a:prstClr val="black">
                  <a:tint val="75000"/>
                </a:prstClr>
              </a:solidFill>
            </a:endParaRPr>
          </a:p>
        </p:txBody>
      </p:sp>
      <p:sp>
        <p:nvSpPr>
          <p:cNvPr id="1049077" name="灯片编号占位符 4"/>
          <p:cNvSpPr>
            <a:spLocks noGrp="1"/>
          </p:cNvSpPr>
          <p:nvPr>
            <p:ph type="sldNum" sz="quarter" idx="12"/>
            <p:custDataLst>
              <p:tags r:id="rId3"/>
            </p:custDataLst>
          </p:nvPr>
        </p:nvSpPr>
        <p:spPr/>
        <p:txBody>
          <a:bodyPr/>
          <a:p>
            <a:fld id="{49AE70B2-8BF9-45C0-BB95-33D1B9D3A854}" type="slidenum">
              <a:rPr altLang="en-US" lang="zh-CN" smtClean="0">
                <a:solidFill>
                  <a:prstClr val="black">
                    <a:tint val="75000"/>
                  </a:prstClr>
                </a:solidFill>
              </a:rPr>
              <a:t>‹#›</a:t>
            </a:fld>
            <a:endParaRPr altLang="en-US" lang="zh-CN">
              <a:solidFill>
                <a:prstClr val="black">
                  <a:tint val="75000"/>
                </a:prstClr>
              </a:solidFill>
            </a:endParaRPr>
          </a:p>
        </p:txBody>
      </p:sp>
      <p:sp>
        <p:nvSpPr>
          <p:cNvPr id="1049078" name="内容占位符 6"/>
          <p:cNvSpPr>
            <a:spLocks noGrp="1"/>
          </p:cNvSpPr>
          <p:nvPr>
            <p:ph sz="quarter" idx="13"/>
            <p:custDataLst>
              <p:tags r:id="rId4"/>
            </p:custDataLst>
          </p:nvPr>
        </p:nvSpPr>
        <p:spPr>
          <a:xfrm>
            <a:off x="502448" y="714381"/>
            <a:ext cx="8139178" cy="378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altLang="en-US" dirty="0" lang="zh-CN"/>
              <a:t>单击此处编辑母版文本样式</a:t>
            </a:r>
          </a:p>
          <a:p>
            <a:pPr lvl="1"/>
            <a:r>
              <a:rPr altLang="en-US" dirty="0" lang="zh-CN"/>
              <a:t>第二级</a:t>
            </a:r>
          </a:p>
          <a:p>
            <a:pPr lvl="2"/>
            <a:r>
              <a:rPr altLang="en-US" dirty="0" lang="zh-CN"/>
              <a:t>第三级</a:t>
            </a:r>
          </a:p>
          <a:p>
            <a:pPr lvl="3"/>
            <a:r>
              <a:rPr altLang="en-US" dirty="0" lang="zh-CN"/>
              <a:t>第四级</a:t>
            </a:r>
          </a:p>
          <a:p>
            <a:pPr lvl="4"/>
            <a:r>
              <a:rPr altLang="en-US" dirty="0" lang="zh-CN"/>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304" name=""/>
        <p:cNvGrpSpPr/>
        <p:nvPr/>
      </p:nvGrpSpPr>
      <p:grpSpPr>
        <a:xfrm>
          <a:off x="0" y="0"/>
          <a:ext cx="0" cy="0"/>
          <a:chOff x="0" y="0"/>
          <a:chExt cx="0" cy="0"/>
        </a:xfrm>
      </p:grpSpPr>
      <p:sp>
        <p:nvSpPr>
          <p:cNvPr id="1049085" name="日期占位符 2"/>
          <p:cNvSpPr>
            <a:spLocks noGrp="1"/>
          </p:cNvSpPr>
          <p:nvPr>
            <p:ph type="dt" sz="half" idx="10"/>
            <p:custDataLst>
              <p:tags r:id="rId1"/>
            </p:custDataLst>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86" name="页脚占位符 3"/>
          <p:cNvSpPr>
            <a:spLocks noGrp="1"/>
          </p:cNvSpPr>
          <p:nvPr>
            <p:ph type="ftr" sz="quarter" idx="11"/>
            <p:custDataLst>
              <p:tags r:id="rId2"/>
            </p:custDataLst>
          </p:nvPr>
        </p:nvSpPr>
        <p:spPr/>
        <p:txBody>
          <a:bodyPr/>
          <a:p>
            <a:endParaRPr altLang="en-US" lang="zh-CN">
              <a:solidFill>
                <a:prstClr val="black">
                  <a:tint val="75000"/>
                </a:prstClr>
              </a:solidFill>
            </a:endParaRPr>
          </a:p>
        </p:txBody>
      </p:sp>
      <p:sp>
        <p:nvSpPr>
          <p:cNvPr id="1049087" name="灯片编号占位符 4"/>
          <p:cNvSpPr>
            <a:spLocks noGrp="1"/>
          </p:cNvSpPr>
          <p:nvPr>
            <p:ph type="sldNum" sz="quarter" idx="12"/>
            <p:custDataLst>
              <p:tags r:id="rId3"/>
            </p:custDataLst>
          </p:nvPr>
        </p:nvSpPr>
        <p:spPr/>
        <p:txBody>
          <a:bodyPr/>
          <a:p>
            <a:fld id="{49AE70B2-8BF9-45C0-BB95-33D1B9D3A854}" type="slidenum">
              <a:rPr altLang="en-US" lang="zh-CN" smtClean="0">
                <a:solidFill>
                  <a:prstClr val="black">
                    <a:tint val="75000"/>
                  </a:prstClr>
                </a:solidFill>
              </a:rPr>
              <a:t>‹#›</a:t>
            </a:fld>
            <a:endParaRPr altLang="en-US" lang="zh-CN">
              <a:solidFill>
                <a:prstClr val="black">
                  <a:tint val="75000"/>
                </a:prstClr>
              </a:solidFill>
            </a:endParaRPr>
          </a:p>
        </p:txBody>
      </p:sp>
      <p:sp>
        <p:nvSpPr>
          <p:cNvPr id="1049088" name="标题 1"/>
          <p:cNvSpPr>
            <a:spLocks noGrp="1"/>
          </p:cNvSpPr>
          <p:nvPr>
            <p:ph type="title" hasCustomPrompt="1"/>
            <p:custDataLst>
              <p:tags r:id="rId4"/>
            </p:custDataLst>
          </p:nvPr>
        </p:nvSpPr>
        <p:spPr>
          <a:xfrm>
            <a:off x="502412" y="1941211"/>
            <a:ext cx="8139178" cy="674375"/>
          </a:xfrm>
        </p:spPr>
        <p:txBody>
          <a:bodyPr anchor="t" anchorCtr="0" bIns="38100" lIns="101600" rIns="25400" rtlCol="0" tIns="38100" vert="horz">
            <a:noAutofit/>
          </a:bodyPr>
          <a:lstStyle>
            <a:lvl1pPr algn="ctr" defTabSz="914400" eaLnBrk="1" fontAlgn="auto" hangingPunct="1" latinLnBrk="0" marL="0" marR="0" rtl="0">
              <a:lnSpc>
                <a:spcPct val="100000"/>
              </a:lnSpc>
              <a:buNone/>
              <a:defRPr altLang="en-US" baseline="0" b="0" cap="none" dirty="0" sz="4050" i="0" kern="1200" kumimoji="0" lang="zh-CN" noProof="1" normalizeH="0" spc="600" strike="noStrike" u="none">
                <a:solidFill>
                  <a:schemeClr val="tx1"/>
                </a:solidFill>
                <a:effectLst>
                  <a:outerShdw algn="tl" blurRad="38100" dir="2700000" dist="38100">
                    <a:srgbClr val="000000">
                      <a:alpha val="43137"/>
                    </a:srgbClr>
                  </a:outerShdw>
                </a:effectLst>
                <a:latin typeface="+mj-lt"/>
                <a:ea typeface="+mj-ea"/>
                <a:cs typeface="+mj-cs"/>
                <a:sym typeface="+mn-ea"/>
              </a:defRPr>
            </a:lvl1pPr>
          </a:lstStyle>
          <a:p>
            <a:pPr lvl="0"/>
            <a:r>
              <a:rPr>
                <a:sym typeface="+mn-ea"/>
              </a:rPr>
              <a:t>单击此处编辑标题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74" name=""/>
        <p:cNvGrpSpPr/>
        <p:nvPr/>
      </p:nvGrpSpPr>
      <p:grpSpPr>
        <a:xfrm>
          <a:off x="0" y="0"/>
          <a:ext cx="0" cy="0"/>
          <a:chOff x="0" y="0"/>
          <a:chExt cx="0" cy="0"/>
        </a:xfrm>
      </p:grpSpPr>
      <p:sp>
        <p:nvSpPr>
          <p:cNvPr id="1048582" name="标题 1"/>
          <p:cNvSpPr>
            <a:spLocks noGrp="1"/>
          </p:cNvSpPr>
          <p:nvPr>
            <p:ph type="title"/>
          </p:nvPr>
        </p:nvSpPr>
        <p:spPr/>
        <p:txBody>
          <a:bodyPr/>
          <a:p>
            <a:r>
              <a:rPr altLang="en-US" lang="zh-CN" smtClean="0"/>
              <a:t>单击此处编辑母版标题样式</a:t>
            </a:r>
            <a:endParaRPr altLang="en-US" lang="zh-CN"/>
          </a:p>
        </p:txBody>
      </p:sp>
      <p:sp>
        <p:nvSpPr>
          <p:cNvPr id="1048583"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584"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585"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17" name=""/>
        <p:cNvGrpSpPr/>
        <p:nvPr/>
      </p:nvGrpSpPr>
      <p:grpSpPr>
        <a:xfrm>
          <a:off x="0" y="0"/>
          <a:ext cx="0" cy="0"/>
          <a:chOff x="0" y="0"/>
          <a:chExt cx="0" cy="0"/>
        </a:xfrm>
      </p:grpSpPr>
      <p:sp>
        <p:nvSpPr>
          <p:cNvPr id="1048590" name="标题 1"/>
          <p:cNvSpPr>
            <a:spLocks noGrp="1"/>
          </p:cNvSpPr>
          <p:nvPr>
            <p:ph type="title"/>
          </p:nvPr>
        </p:nvSpPr>
        <p:spPr/>
        <p:txBody>
          <a:bodyPr/>
          <a:p>
            <a:r>
              <a:rPr altLang="en-US" lang="zh-CN" smtClean="0"/>
              <a:t>单击此处编辑母版标题样式</a:t>
            </a:r>
            <a:endParaRPr altLang="en-US" lang="zh-CN"/>
          </a:p>
        </p:txBody>
      </p:sp>
      <p:sp>
        <p:nvSpPr>
          <p:cNvPr id="1048591"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592"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593"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20" name=""/>
        <p:cNvGrpSpPr/>
        <p:nvPr/>
      </p:nvGrpSpPr>
      <p:grpSpPr>
        <a:xfrm>
          <a:off x="0" y="0"/>
          <a:ext cx="0" cy="0"/>
          <a:chOff x="0" y="0"/>
          <a:chExt cx="0" cy="0"/>
        </a:xfrm>
      </p:grpSpPr>
      <p:sp>
        <p:nvSpPr>
          <p:cNvPr id="1048598" name="标题 1"/>
          <p:cNvSpPr>
            <a:spLocks noGrp="1"/>
          </p:cNvSpPr>
          <p:nvPr>
            <p:ph type="title"/>
          </p:nvPr>
        </p:nvSpPr>
        <p:spPr/>
        <p:txBody>
          <a:bodyPr/>
          <a:p>
            <a:r>
              <a:rPr altLang="en-US" lang="zh-CN" smtClean="0"/>
              <a:t>单击此处编辑母版标题样式</a:t>
            </a:r>
            <a:endParaRPr altLang="en-US" lang="zh-CN"/>
          </a:p>
        </p:txBody>
      </p:sp>
      <p:sp>
        <p:nvSpPr>
          <p:cNvPr id="1048599"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600"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601"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23" name=""/>
        <p:cNvGrpSpPr/>
        <p:nvPr/>
      </p:nvGrpSpPr>
      <p:grpSpPr>
        <a:xfrm>
          <a:off x="0" y="0"/>
          <a:ext cx="0" cy="0"/>
          <a:chOff x="0" y="0"/>
          <a:chExt cx="0" cy="0"/>
        </a:xfrm>
      </p:grpSpPr>
      <p:sp>
        <p:nvSpPr>
          <p:cNvPr id="1048605" name="标题 1"/>
          <p:cNvSpPr>
            <a:spLocks noGrp="1"/>
          </p:cNvSpPr>
          <p:nvPr>
            <p:ph type="title"/>
          </p:nvPr>
        </p:nvSpPr>
        <p:spPr/>
        <p:txBody>
          <a:bodyPr/>
          <a:p>
            <a:r>
              <a:rPr altLang="en-US" lang="zh-CN" smtClean="0"/>
              <a:t>单击此处编辑母版标题样式</a:t>
            </a:r>
            <a:endParaRPr altLang="en-US" lang="zh-CN"/>
          </a:p>
        </p:txBody>
      </p:sp>
      <p:sp>
        <p:nvSpPr>
          <p:cNvPr id="1048606"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607"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608"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29" name=""/>
        <p:cNvGrpSpPr/>
        <p:nvPr/>
      </p:nvGrpSpPr>
      <p:grpSpPr>
        <a:xfrm>
          <a:off x="0" y="0"/>
          <a:ext cx="0" cy="0"/>
          <a:chOff x="0" y="0"/>
          <a:chExt cx="0" cy="0"/>
        </a:xfrm>
      </p:grpSpPr>
      <p:sp>
        <p:nvSpPr>
          <p:cNvPr id="1048620" name="标题 1"/>
          <p:cNvSpPr>
            <a:spLocks noGrp="1"/>
          </p:cNvSpPr>
          <p:nvPr>
            <p:ph type="title"/>
          </p:nvPr>
        </p:nvSpPr>
        <p:spPr/>
        <p:txBody>
          <a:bodyPr/>
          <a:p>
            <a:r>
              <a:rPr altLang="en-US" lang="zh-CN" smtClean="0"/>
              <a:t>单击此处编辑母版标题样式</a:t>
            </a:r>
            <a:endParaRPr altLang="en-US" lang="zh-CN"/>
          </a:p>
        </p:txBody>
      </p:sp>
      <p:sp>
        <p:nvSpPr>
          <p:cNvPr id="1048621"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622"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623"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33" name=""/>
        <p:cNvGrpSpPr/>
        <p:nvPr/>
      </p:nvGrpSpPr>
      <p:grpSpPr>
        <a:xfrm>
          <a:off x="0" y="0"/>
          <a:ext cx="0" cy="0"/>
          <a:chOff x="0" y="0"/>
          <a:chExt cx="0" cy="0"/>
        </a:xfrm>
      </p:grpSpPr>
      <p:sp>
        <p:nvSpPr>
          <p:cNvPr id="1048632" name="标题 1"/>
          <p:cNvSpPr>
            <a:spLocks noGrp="1"/>
          </p:cNvSpPr>
          <p:nvPr>
            <p:ph type="title"/>
          </p:nvPr>
        </p:nvSpPr>
        <p:spPr/>
        <p:txBody>
          <a:bodyPr/>
          <a:p>
            <a:r>
              <a:rPr altLang="en-US" lang="zh-CN" smtClean="0"/>
              <a:t>单击此处编辑母版标题样式</a:t>
            </a:r>
            <a:endParaRPr altLang="en-US" lang="zh-CN"/>
          </a:p>
        </p:txBody>
      </p:sp>
      <p:sp>
        <p:nvSpPr>
          <p:cNvPr id="1048633"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634"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635"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36" name=""/>
        <p:cNvGrpSpPr/>
        <p:nvPr/>
      </p:nvGrpSpPr>
      <p:grpSpPr>
        <a:xfrm>
          <a:off x="0" y="0"/>
          <a:ext cx="0" cy="0"/>
          <a:chOff x="0" y="0"/>
          <a:chExt cx="0" cy="0"/>
        </a:xfrm>
      </p:grpSpPr>
      <p:sp>
        <p:nvSpPr>
          <p:cNvPr id="1048639" name="标题 1"/>
          <p:cNvSpPr>
            <a:spLocks noGrp="1"/>
          </p:cNvSpPr>
          <p:nvPr>
            <p:ph type="title"/>
          </p:nvPr>
        </p:nvSpPr>
        <p:spPr/>
        <p:txBody>
          <a:bodyPr/>
          <a:p>
            <a:r>
              <a:rPr altLang="en-US" lang="zh-CN" smtClean="0"/>
              <a:t>单击此处编辑母版标题样式</a:t>
            </a:r>
            <a:endParaRPr altLang="en-US" lang="zh-CN"/>
          </a:p>
        </p:txBody>
      </p:sp>
      <p:sp>
        <p:nvSpPr>
          <p:cNvPr id="1048640"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641"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642"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39" name=""/>
        <p:cNvGrpSpPr/>
        <p:nvPr/>
      </p:nvGrpSpPr>
      <p:grpSpPr>
        <a:xfrm>
          <a:off x="0" y="0"/>
          <a:ext cx="0" cy="0"/>
          <a:chOff x="0" y="0"/>
          <a:chExt cx="0" cy="0"/>
        </a:xfrm>
      </p:grpSpPr>
      <p:sp>
        <p:nvSpPr>
          <p:cNvPr id="1048647" name="标题 1"/>
          <p:cNvSpPr>
            <a:spLocks noGrp="1"/>
          </p:cNvSpPr>
          <p:nvPr>
            <p:ph type="title"/>
          </p:nvPr>
        </p:nvSpPr>
        <p:spPr/>
        <p:txBody>
          <a:bodyPr/>
          <a:p>
            <a:r>
              <a:rPr altLang="en-US" lang="zh-CN" smtClean="0"/>
              <a:t>单击此处编辑母版标题样式</a:t>
            </a:r>
            <a:endParaRPr altLang="en-US" lang="zh-CN"/>
          </a:p>
        </p:txBody>
      </p:sp>
      <p:sp>
        <p:nvSpPr>
          <p:cNvPr id="1048648"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649"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650"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43" name=""/>
        <p:cNvGrpSpPr/>
        <p:nvPr/>
      </p:nvGrpSpPr>
      <p:grpSpPr>
        <a:xfrm>
          <a:off x="0" y="0"/>
          <a:ext cx="0" cy="0"/>
          <a:chOff x="0" y="0"/>
          <a:chExt cx="0" cy="0"/>
        </a:xfrm>
      </p:grpSpPr>
      <p:sp>
        <p:nvSpPr>
          <p:cNvPr id="1048656" name="标题 1"/>
          <p:cNvSpPr>
            <a:spLocks noGrp="1"/>
          </p:cNvSpPr>
          <p:nvPr>
            <p:ph type="title"/>
          </p:nvPr>
        </p:nvSpPr>
        <p:spPr/>
        <p:txBody>
          <a:bodyPr/>
          <a:p>
            <a:r>
              <a:rPr altLang="en-US" lang="zh-CN" smtClean="0"/>
              <a:t>单击此处编辑母版标题样式</a:t>
            </a:r>
            <a:endParaRPr altLang="en-US" lang="zh-CN"/>
          </a:p>
        </p:txBody>
      </p:sp>
      <p:sp>
        <p:nvSpPr>
          <p:cNvPr id="1048657"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658"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659"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46" name=""/>
        <p:cNvGrpSpPr/>
        <p:nvPr/>
      </p:nvGrpSpPr>
      <p:grpSpPr>
        <a:xfrm>
          <a:off x="0" y="0"/>
          <a:ext cx="0" cy="0"/>
          <a:chOff x="0" y="0"/>
          <a:chExt cx="0" cy="0"/>
        </a:xfrm>
      </p:grpSpPr>
      <p:sp>
        <p:nvSpPr>
          <p:cNvPr id="1048663" name="标题 1"/>
          <p:cNvSpPr>
            <a:spLocks noGrp="1"/>
          </p:cNvSpPr>
          <p:nvPr>
            <p:ph type="title"/>
          </p:nvPr>
        </p:nvSpPr>
        <p:spPr/>
        <p:txBody>
          <a:bodyPr/>
          <a:p>
            <a:r>
              <a:rPr altLang="en-US" lang="zh-CN" smtClean="0"/>
              <a:t>单击此处编辑母版标题样式</a:t>
            </a:r>
            <a:endParaRPr altLang="en-US" lang="zh-CN"/>
          </a:p>
        </p:txBody>
      </p:sp>
      <p:sp>
        <p:nvSpPr>
          <p:cNvPr id="1048664"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665"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666"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49" name=""/>
        <p:cNvGrpSpPr/>
        <p:nvPr/>
      </p:nvGrpSpPr>
      <p:grpSpPr>
        <a:xfrm>
          <a:off x="0" y="0"/>
          <a:ext cx="0" cy="0"/>
          <a:chOff x="0" y="0"/>
          <a:chExt cx="0" cy="0"/>
        </a:xfrm>
      </p:grpSpPr>
      <p:sp>
        <p:nvSpPr>
          <p:cNvPr id="1048670" name="标题 1"/>
          <p:cNvSpPr>
            <a:spLocks noGrp="1"/>
          </p:cNvSpPr>
          <p:nvPr>
            <p:ph type="title"/>
          </p:nvPr>
        </p:nvSpPr>
        <p:spPr/>
        <p:txBody>
          <a:bodyPr/>
          <a:p>
            <a:r>
              <a:rPr altLang="en-US" lang="zh-CN" smtClean="0"/>
              <a:t>单击此处编辑母版标题样式</a:t>
            </a:r>
            <a:endParaRPr altLang="en-US" lang="zh-CN"/>
          </a:p>
        </p:txBody>
      </p:sp>
      <p:sp>
        <p:nvSpPr>
          <p:cNvPr id="1048671"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672"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673"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52" name=""/>
        <p:cNvGrpSpPr/>
        <p:nvPr/>
      </p:nvGrpSpPr>
      <p:grpSpPr>
        <a:xfrm>
          <a:off x="0" y="0"/>
          <a:ext cx="0" cy="0"/>
          <a:chOff x="0" y="0"/>
          <a:chExt cx="0" cy="0"/>
        </a:xfrm>
      </p:grpSpPr>
      <p:sp>
        <p:nvSpPr>
          <p:cNvPr id="1048677" name="标题 1"/>
          <p:cNvSpPr>
            <a:spLocks noGrp="1"/>
          </p:cNvSpPr>
          <p:nvPr>
            <p:ph type="title"/>
          </p:nvPr>
        </p:nvSpPr>
        <p:spPr/>
        <p:txBody>
          <a:bodyPr/>
          <a:p>
            <a:r>
              <a:rPr altLang="en-US" lang="zh-CN" smtClean="0"/>
              <a:t>单击此处编辑母版标题样式</a:t>
            </a:r>
            <a:endParaRPr altLang="en-US" lang="zh-CN"/>
          </a:p>
        </p:txBody>
      </p:sp>
      <p:sp>
        <p:nvSpPr>
          <p:cNvPr id="1048678"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679"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680"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55" name=""/>
        <p:cNvGrpSpPr/>
        <p:nvPr/>
      </p:nvGrpSpPr>
      <p:grpSpPr>
        <a:xfrm>
          <a:off x="0" y="0"/>
          <a:ext cx="0" cy="0"/>
          <a:chOff x="0" y="0"/>
          <a:chExt cx="0" cy="0"/>
        </a:xfrm>
      </p:grpSpPr>
      <p:sp>
        <p:nvSpPr>
          <p:cNvPr id="1048684" name="标题 1"/>
          <p:cNvSpPr>
            <a:spLocks noGrp="1"/>
          </p:cNvSpPr>
          <p:nvPr>
            <p:ph type="title"/>
          </p:nvPr>
        </p:nvSpPr>
        <p:spPr/>
        <p:txBody>
          <a:bodyPr/>
          <a:p>
            <a:r>
              <a:rPr altLang="en-US" lang="zh-CN" smtClean="0"/>
              <a:t>单击此处编辑母版标题样式</a:t>
            </a:r>
            <a:endParaRPr altLang="en-US" lang="zh-CN"/>
          </a:p>
        </p:txBody>
      </p:sp>
      <p:sp>
        <p:nvSpPr>
          <p:cNvPr id="1048685"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686"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687"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58" name=""/>
        <p:cNvGrpSpPr/>
        <p:nvPr/>
      </p:nvGrpSpPr>
      <p:grpSpPr>
        <a:xfrm>
          <a:off x="0" y="0"/>
          <a:ext cx="0" cy="0"/>
          <a:chOff x="0" y="0"/>
          <a:chExt cx="0" cy="0"/>
        </a:xfrm>
      </p:grpSpPr>
      <p:sp>
        <p:nvSpPr>
          <p:cNvPr id="1048691" name="标题 1"/>
          <p:cNvSpPr>
            <a:spLocks noGrp="1"/>
          </p:cNvSpPr>
          <p:nvPr>
            <p:ph type="title"/>
          </p:nvPr>
        </p:nvSpPr>
        <p:spPr/>
        <p:txBody>
          <a:bodyPr/>
          <a:p>
            <a:r>
              <a:rPr altLang="en-US" lang="zh-CN" smtClean="0"/>
              <a:t>单击此处编辑母版标题样式</a:t>
            </a:r>
            <a:endParaRPr altLang="en-US" lang="zh-CN"/>
          </a:p>
        </p:txBody>
      </p:sp>
      <p:sp>
        <p:nvSpPr>
          <p:cNvPr id="1048692"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693"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694"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61" name=""/>
        <p:cNvGrpSpPr/>
        <p:nvPr/>
      </p:nvGrpSpPr>
      <p:grpSpPr>
        <a:xfrm>
          <a:off x="0" y="0"/>
          <a:ext cx="0" cy="0"/>
          <a:chOff x="0" y="0"/>
          <a:chExt cx="0" cy="0"/>
        </a:xfrm>
      </p:grpSpPr>
      <p:sp>
        <p:nvSpPr>
          <p:cNvPr id="1048698" name="标题 1"/>
          <p:cNvSpPr>
            <a:spLocks noGrp="1"/>
          </p:cNvSpPr>
          <p:nvPr>
            <p:ph type="title"/>
          </p:nvPr>
        </p:nvSpPr>
        <p:spPr/>
        <p:txBody>
          <a:bodyPr/>
          <a:p>
            <a:r>
              <a:rPr altLang="en-US" lang="zh-CN" smtClean="0"/>
              <a:t>单击此处编辑母版标题样式</a:t>
            </a:r>
            <a:endParaRPr altLang="en-US" lang="zh-CN"/>
          </a:p>
        </p:txBody>
      </p:sp>
      <p:sp>
        <p:nvSpPr>
          <p:cNvPr id="1048699"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700"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701"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64" name=""/>
        <p:cNvGrpSpPr/>
        <p:nvPr/>
      </p:nvGrpSpPr>
      <p:grpSpPr>
        <a:xfrm>
          <a:off x="0" y="0"/>
          <a:ext cx="0" cy="0"/>
          <a:chOff x="0" y="0"/>
          <a:chExt cx="0" cy="0"/>
        </a:xfrm>
      </p:grpSpPr>
      <p:sp>
        <p:nvSpPr>
          <p:cNvPr id="1048705" name="标题 1"/>
          <p:cNvSpPr>
            <a:spLocks noGrp="1"/>
          </p:cNvSpPr>
          <p:nvPr>
            <p:ph type="title"/>
          </p:nvPr>
        </p:nvSpPr>
        <p:spPr/>
        <p:txBody>
          <a:bodyPr/>
          <a:p>
            <a:r>
              <a:rPr altLang="en-US" lang="zh-CN" smtClean="0"/>
              <a:t>单击此处编辑母版标题样式</a:t>
            </a:r>
            <a:endParaRPr altLang="en-US" lang="zh-CN"/>
          </a:p>
        </p:txBody>
      </p:sp>
      <p:sp>
        <p:nvSpPr>
          <p:cNvPr id="1048706"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707"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708"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67" name=""/>
        <p:cNvGrpSpPr/>
        <p:nvPr/>
      </p:nvGrpSpPr>
      <p:grpSpPr>
        <a:xfrm>
          <a:off x="0" y="0"/>
          <a:ext cx="0" cy="0"/>
          <a:chOff x="0" y="0"/>
          <a:chExt cx="0" cy="0"/>
        </a:xfrm>
      </p:grpSpPr>
      <p:sp>
        <p:nvSpPr>
          <p:cNvPr id="1048712" name="标题 1"/>
          <p:cNvSpPr>
            <a:spLocks noGrp="1"/>
          </p:cNvSpPr>
          <p:nvPr>
            <p:ph type="title"/>
          </p:nvPr>
        </p:nvSpPr>
        <p:spPr/>
        <p:txBody>
          <a:bodyPr/>
          <a:p>
            <a:r>
              <a:rPr altLang="en-US" lang="zh-CN" smtClean="0"/>
              <a:t>单击此处编辑母版标题样式</a:t>
            </a:r>
            <a:endParaRPr altLang="en-US" lang="zh-CN"/>
          </a:p>
        </p:txBody>
      </p:sp>
      <p:sp>
        <p:nvSpPr>
          <p:cNvPr id="1048713"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714"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715"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70" name=""/>
        <p:cNvGrpSpPr/>
        <p:nvPr/>
      </p:nvGrpSpPr>
      <p:grpSpPr>
        <a:xfrm>
          <a:off x="0" y="0"/>
          <a:ext cx="0" cy="0"/>
          <a:chOff x="0" y="0"/>
          <a:chExt cx="0" cy="0"/>
        </a:xfrm>
      </p:grpSpPr>
      <p:sp>
        <p:nvSpPr>
          <p:cNvPr id="1048719" name="标题 1"/>
          <p:cNvSpPr>
            <a:spLocks noGrp="1"/>
          </p:cNvSpPr>
          <p:nvPr>
            <p:ph type="title"/>
          </p:nvPr>
        </p:nvSpPr>
        <p:spPr/>
        <p:txBody>
          <a:bodyPr/>
          <a:p>
            <a:r>
              <a:rPr altLang="en-US" lang="zh-CN" smtClean="0"/>
              <a:t>单击此处编辑母版标题样式</a:t>
            </a:r>
            <a:endParaRPr altLang="en-US" lang="zh-CN"/>
          </a:p>
        </p:txBody>
      </p:sp>
      <p:sp>
        <p:nvSpPr>
          <p:cNvPr id="1048720"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721"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722"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73" name=""/>
        <p:cNvGrpSpPr/>
        <p:nvPr/>
      </p:nvGrpSpPr>
      <p:grpSpPr>
        <a:xfrm>
          <a:off x="0" y="0"/>
          <a:ext cx="0" cy="0"/>
          <a:chOff x="0" y="0"/>
          <a:chExt cx="0" cy="0"/>
        </a:xfrm>
      </p:grpSpPr>
      <p:sp>
        <p:nvSpPr>
          <p:cNvPr id="1048726" name="标题 1"/>
          <p:cNvSpPr>
            <a:spLocks noGrp="1"/>
          </p:cNvSpPr>
          <p:nvPr>
            <p:ph type="title"/>
          </p:nvPr>
        </p:nvSpPr>
        <p:spPr/>
        <p:txBody>
          <a:bodyPr/>
          <a:p>
            <a:r>
              <a:rPr altLang="en-US" lang="zh-CN" smtClean="0"/>
              <a:t>单击此处编辑母版标题样式</a:t>
            </a:r>
            <a:endParaRPr altLang="en-US" lang="zh-CN"/>
          </a:p>
        </p:txBody>
      </p:sp>
      <p:sp>
        <p:nvSpPr>
          <p:cNvPr id="1048727"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728"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729"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76" name=""/>
        <p:cNvGrpSpPr/>
        <p:nvPr/>
      </p:nvGrpSpPr>
      <p:grpSpPr>
        <a:xfrm>
          <a:off x="0" y="0"/>
          <a:ext cx="0" cy="0"/>
          <a:chOff x="0" y="0"/>
          <a:chExt cx="0" cy="0"/>
        </a:xfrm>
      </p:grpSpPr>
      <p:sp>
        <p:nvSpPr>
          <p:cNvPr id="1048733" name="标题 1"/>
          <p:cNvSpPr>
            <a:spLocks noGrp="1"/>
          </p:cNvSpPr>
          <p:nvPr>
            <p:ph type="title"/>
          </p:nvPr>
        </p:nvSpPr>
        <p:spPr/>
        <p:txBody>
          <a:bodyPr/>
          <a:p>
            <a:r>
              <a:rPr altLang="en-US" lang="zh-CN" smtClean="0"/>
              <a:t>单击此处编辑母版标题样式</a:t>
            </a:r>
            <a:endParaRPr altLang="en-US" lang="zh-CN"/>
          </a:p>
        </p:txBody>
      </p:sp>
      <p:sp>
        <p:nvSpPr>
          <p:cNvPr id="1048734"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735"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736"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79" name=""/>
        <p:cNvGrpSpPr/>
        <p:nvPr/>
      </p:nvGrpSpPr>
      <p:grpSpPr>
        <a:xfrm>
          <a:off x="0" y="0"/>
          <a:ext cx="0" cy="0"/>
          <a:chOff x="0" y="0"/>
          <a:chExt cx="0" cy="0"/>
        </a:xfrm>
      </p:grpSpPr>
      <p:sp>
        <p:nvSpPr>
          <p:cNvPr id="1048740" name="标题 1"/>
          <p:cNvSpPr>
            <a:spLocks noGrp="1"/>
          </p:cNvSpPr>
          <p:nvPr>
            <p:ph type="title"/>
          </p:nvPr>
        </p:nvSpPr>
        <p:spPr/>
        <p:txBody>
          <a:bodyPr/>
          <a:p>
            <a:r>
              <a:rPr altLang="en-US" lang="zh-CN" smtClean="0"/>
              <a:t>单击此处编辑母版标题样式</a:t>
            </a:r>
            <a:endParaRPr altLang="en-US" lang="zh-CN"/>
          </a:p>
        </p:txBody>
      </p:sp>
      <p:sp>
        <p:nvSpPr>
          <p:cNvPr id="1048741"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742"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743"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82" name=""/>
        <p:cNvGrpSpPr/>
        <p:nvPr/>
      </p:nvGrpSpPr>
      <p:grpSpPr>
        <a:xfrm>
          <a:off x="0" y="0"/>
          <a:ext cx="0" cy="0"/>
          <a:chOff x="0" y="0"/>
          <a:chExt cx="0" cy="0"/>
        </a:xfrm>
      </p:grpSpPr>
      <p:sp>
        <p:nvSpPr>
          <p:cNvPr id="1048747" name="标题 1"/>
          <p:cNvSpPr>
            <a:spLocks noGrp="1"/>
          </p:cNvSpPr>
          <p:nvPr>
            <p:ph type="title"/>
          </p:nvPr>
        </p:nvSpPr>
        <p:spPr/>
        <p:txBody>
          <a:bodyPr/>
          <a:p>
            <a:r>
              <a:rPr altLang="en-US" lang="zh-CN" smtClean="0"/>
              <a:t>单击此处编辑母版标题样式</a:t>
            </a:r>
            <a:endParaRPr altLang="en-US" lang="zh-CN"/>
          </a:p>
        </p:txBody>
      </p:sp>
      <p:sp>
        <p:nvSpPr>
          <p:cNvPr id="1048748"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749"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750"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85" name=""/>
        <p:cNvGrpSpPr/>
        <p:nvPr/>
      </p:nvGrpSpPr>
      <p:grpSpPr>
        <a:xfrm>
          <a:off x="0" y="0"/>
          <a:ext cx="0" cy="0"/>
          <a:chOff x="0" y="0"/>
          <a:chExt cx="0" cy="0"/>
        </a:xfrm>
      </p:grpSpPr>
      <p:sp>
        <p:nvSpPr>
          <p:cNvPr id="1048754" name="标题 1"/>
          <p:cNvSpPr>
            <a:spLocks noGrp="1"/>
          </p:cNvSpPr>
          <p:nvPr>
            <p:ph type="title"/>
          </p:nvPr>
        </p:nvSpPr>
        <p:spPr/>
        <p:txBody>
          <a:bodyPr/>
          <a:p>
            <a:r>
              <a:rPr altLang="en-US" lang="zh-CN" smtClean="0"/>
              <a:t>单击此处编辑母版标题样式</a:t>
            </a:r>
            <a:endParaRPr altLang="en-US" lang="zh-CN"/>
          </a:p>
        </p:txBody>
      </p:sp>
      <p:sp>
        <p:nvSpPr>
          <p:cNvPr id="1048755"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756"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757"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88" name=""/>
        <p:cNvGrpSpPr/>
        <p:nvPr/>
      </p:nvGrpSpPr>
      <p:grpSpPr>
        <a:xfrm>
          <a:off x="0" y="0"/>
          <a:ext cx="0" cy="0"/>
          <a:chOff x="0" y="0"/>
          <a:chExt cx="0" cy="0"/>
        </a:xfrm>
      </p:grpSpPr>
      <p:sp>
        <p:nvSpPr>
          <p:cNvPr id="1048761" name="标题 1"/>
          <p:cNvSpPr>
            <a:spLocks noGrp="1"/>
          </p:cNvSpPr>
          <p:nvPr>
            <p:ph type="title"/>
          </p:nvPr>
        </p:nvSpPr>
        <p:spPr/>
        <p:txBody>
          <a:bodyPr/>
          <a:p>
            <a:r>
              <a:rPr altLang="en-US" lang="zh-CN" smtClean="0"/>
              <a:t>单击此处编辑母版标题样式</a:t>
            </a:r>
            <a:endParaRPr altLang="en-US" lang="zh-CN"/>
          </a:p>
        </p:txBody>
      </p:sp>
      <p:sp>
        <p:nvSpPr>
          <p:cNvPr id="1048762"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763"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764"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93" name=""/>
        <p:cNvGrpSpPr/>
        <p:nvPr/>
      </p:nvGrpSpPr>
      <p:grpSpPr>
        <a:xfrm>
          <a:off x="0" y="0"/>
          <a:ext cx="0" cy="0"/>
          <a:chOff x="0" y="0"/>
          <a:chExt cx="0" cy="0"/>
        </a:xfrm>
      </p:grpSpPr>
      <p:sp>
        <p:nvSpPr>
          <p:cNvPr id="1048774" name="标题 1"/>
          <p:cNvSpPr>
            <a:spLocks noGrp="1"/>
          </p:cNvSpPr>
          <p:nvPr>
            <p:ph type="title"/>
          </p:nvPr>
        </p:nvSpPr>
        <p:spPr/>
        <p:txBody>
          <a:bodyPr/>
          <a:p>
            <a:r>
              <a:rPr altLang="en-US" lang="zh-CN" smtClean="0"/>
              <a:t>单击此处编辑母版标题样式</a:t>
            </a:r>
            <a:endParaRPr altLang="en-US" lang="zh-CN"/>
          </a:p>
        </p:txBody>
      </p:sp>
      <p:sp>
        <p:nvSpPr>
          <p:cNvPr id="1048775"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776"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777"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200" name=""/>
        <p:cNvGrpSpPr/>
        <p:nvPr/>
      </p:nvGrpSpPr>
      <p:grpSpPr>
        <a:xfrm>
          <a:off x="0" y="0"/>
          <a:ext cx="0" cy="0"/>
          <a:chOff x="0" y="0"/>
          <a:chExt cx="0" cy="0"/>
        </a:xfrm>
      </p:grpSpPr>
      <p:sp>
        <p:nvSpPr>
          <p:cNvPr id="1048788" name="标题 1"/>
          <p:cNvSpPr>
            <a:spLocks noGrp="1"/>
          </p:cNvSpPr>
          <p:nvPr>
            <p:ph type="title"/>
          </p:nvPr>
        </p:nvSpPr>
        <p:spPr/>
        <p:txBody>
          <a:bodyPr/>
          <a:p>
            <a:r>
              <a:rPr altLang="en-US" lang="zh-CN" smtClean="0"/>
              <a:t>单击此处编辑母版标题样式</a:t>
            </a:r>
            <a:endParaRPr altLang="en-US" lang="zh-CN"/>
          </a:p>
        </p:txBody>
      </p:sp>
      <p:sp>
        <p:nvSpPr>
          <p:cNvPr id="1048789"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790"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791"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203" name=""/>
        <p:cNvGrpSpPr/>
        <p:nvPr/>
      </p:nvGrpSpPr>
      <p:grpSpPr>
        <a:xfrm>
          <a:off x="0" y="0"/>
          <a:ext cx="0" cy="0"/>
          <a:chOff x="0" y="0"/>
          <a:chExt cx="0" cy="0"/>
        </a:xfrm>
      </p:grpSpPr>
      <p:sp>
        <p:nvSpPr>
          <p:cNvPr id="1048796" name="标题 1"/>
          <p:cNvSpPr>
            <a:spLocks noGrp="1"/>
          </p:cNvSpPr>
          <p:nvPr>
            <p:ph type="title"/>
          </p:nvPr>
        </p:nvSpPr>
        <p:spPr/>
        <p:txBody>
          <a:bodyPr/>
          <a:p>
            <a:r>
              <a:rPr altLang="en-US" lang="zh-CN" smtClean="0"/>
              <a:t>单击此处编辑母版标题样式</a:t>
            </a:r>
            <a:endParaRPr altLang="en-US" lang="zh-CN"/>
          </a:p>
        </p:txBody>
      </p:sp>
      <p:sp>
        <p:nvSpPr>
          <p:cNvPr id="1048797"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798"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799"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206" name=""/>
        <p:cNvGrpSpPr/>
        <p:nvPr/>
      </p:nvGrpSpPr>
      <p:grpSpPr>
        <a:xfrm>
          <a:off x="0" y="0"/>
          <a:ext cx="0" cy="0"/>
          <a:chOff x="0" y="0"/>
          <a:chExt cx="0" cy="0"/>
        </a:xfrm>
      </p:grpSpPr>
      <p:sp>
        <p:nvSpPr>
          <p:cNvPr id="1048803" name="标题 1"/>
          <p:cNvSpPr>
            <a:spLocks noGrp="1"/>
          </p:cNvSpPr>
          <p:nvPr>
            <p:ph type="title"/>
          </p:nvPr>
        </p:nvSpPr>
        <p:spPr/>
        <p:txBody>
          <a:bodyPr/>
          <a:p>
            <a:r>
              <a:rPr altLang="en-US" lang="zh-CN" smtClean="0"/>
              <a:t>单击此处编辑母版标题样式</a:t>
            </a:r>
            <a:endParaRPr altLang="en-US" lang="zh-CN"/>
          </a:p>
        </p:txBody>
      </p:sp>
      <p:sp>
        <p:nvSpPr>
          <p:cNvPr id="1048804"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805"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806"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209" name=""/>
        <p:cNvGrpSpPr/>
        <p:nvPr/>
      </p:nvGrpSpPr>
      <p:grpSpPr>
        <a:xfrm>
          <a:off x="0" y="0"/>
          <a:ext cx="0" cy="0"/>
          <a:chOff x="0" y="0"/>
          <a:chExt cx="0" cy="0"/>
        </a:xfrm>
      </p:grpSpPr>
      <p:sp>
        <p:nvSpPr>
          <p:cNvPr id="1048810" name="标题 1"/>
          <p:cNvSpPr>
            <a:spLocks noGrp="1"/>
          </p:cNvSpPr>
          <p:nvPr>
            <p:ph type="title"/>
          </p:nvPr>
        </p:nvSpPr>
        <p:spPr/>
        <p:txBody>
          <a:bodyPr/>
          <a:p>
            <a:r>
              <a:rPr altLang="en-US" lang="zh-CN" smtClean="0"/>
              <a:t>单击此处编辑母版标题样式</a:t>
            </a:r>
            <a:endParaRPr altLang="en-US" lang="zh-CN"/>
          </a:p>
        </p:txBody>
      </p:sp>
      <p:sp>
        <p:nvSpPr>
          <p:cNvPr id="1048811"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812"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813"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212" name=""/>
        <p:cNvGrpSpPr/>
        <p:nvPr/>
      </p:nvGrpSpPr>
      <p:grpSpPr>
        <a:xfrm>
          <a:off x="0" y="0"/>
          <a:ext cx="0" cy="0"/>
          <a:chOff x="0" y="0"/>
          <a:chExt cx="0" cy="0"/>
        </a:xfrm>
      </p:grpSpPr>
      <p:sp>
        <p:nvSpPr>
          <p:cNvPr id="1048817" name="标题 1"/>
          <p:cNvSpPr>
            <a:spLocks noGrp="1"/>
          </p:cNvSpPr>
          <p:nvPr>
            <p:ph type="title"/>
          </p:nvPr>
        </p:nvSpPr>
        <p:spPr/>
        <p:txBody>
          <a:bodyPr/>
          <a:p>
            <a:r>
              <a:rPr altLang="en-US" lang="zh-CN" smtClean="0"/>
              <a:t>单击此处编辑母版标题样式</a:t>
            </a:r>
            <a:endParaRPr altLang="en-US" lang="zh-CN"/>
          </a:p>
        </p:txBody>
      </p:sp>
      <p:sp>
        <p:nvSpPr>
          <p:cNvPr id="1048818"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819"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820"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215" name=""/>
        <p:cNvGrpSpPr/>
        <p:nvPr/>
      </p:nvGrpSpPr>
      <p:grpSpPr>
        <a:xfrm>
          <a:off x="0" y="0"/>
          <a:ext cx="0" cy="0"/>
          <a:chOff x="0" y="0"/>
          <a:chExt cx="0" cy="0"/>
        </a:xfrm>
      </p:grpSpPr>
      <p:sp>
        <p:nvSpPr>
          <p:cNvPr id="1048825" name="标题 1"/>
          <p:cNvSpPr>
            <a:spLocks noGrp="1"/>
          </p:cNvSpPr>
          <p:nvPr>
            <p:ph type="title"/>
          </p:nvPr>
        </p:nvSpPr>
        <p:spPr/>
        <p:txBody>
          <a:bodyPr/>
          <a:p>
            <a:r>
              <a:rPr altLang="en-US" lang="zh-CN" smtClean="0"/>
              <a:t>单击此处编辑母版标题样式</a:t>
            </a:r>
            <a:endParaRPr altLang="en-US" lang="zh-CN"/>
          </a:p>
        </p:txBody>
      </p:sp>
      <p:sp>
        <p:nvSpPr>
          <p:cNvPr id="1048826"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827"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828"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218" name=""/>
        <p:cNvGrpSpPr/>
        <p:nvPr/>
      </p:nvGrpSpPr>
      <p:grpSpPr>
        <a:xfrm>
          <a:off x="0" y="0"/>
          <a:ext cx="0" cy="0"/>
          <a:chOff x="0" y="0"/>
          <a:chExt cx="0" cy="0"/>
        </a:xfrm>
      </p:grpSpPr>
      <p:sp>
        <p:nvSpPr>
          <p:cNvPr id="1048833" name="标题 1"/>
          <p:cNvSpPr>
            <a:spLocks noGrp="1"/>
          </p:cNvSpPr>
          <p:nvPr>
            <p:ph type="title"/>
          </p:nvPr>
        </p:nvSpPr>
        <p:spPr/>
        <p:txBody>
          <a:bodyPr/>
          <a:p>
            <a:r>
              <a:rPr altLang="en-US" lang="zh-CN" smtClean="0"/>
              <a:t>单击此处编辑母版标题样式</a:t>
            </a:r>
            <a:endParaRPr altLang="en-US" lang="zh-CN"/>
          </a:p>
        </p:txBody>
      </p:sp>
      <p:sp>
        <p:nvSpPr>
          <p:cNvPr id="1048834"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835"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836"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221" name=""/>
        <p:cNvGrpSpPr/>
        <p:nvPr/>
      </p:nvGrpSpPr>
      <p:grpSpPr>
        <a:xfrm>
          <a:off x="0" y="0"/>
          <a:ext cx="0" cy="0"/>
          <a:chOff x="0" y="0"/>
          <a:chExt cx="0" cy="0"/>
        </a:xfrm>
      </p:grpSpPr>
      <p:sp>
        <p:nvSpPr>
          <p:cNvPr id="1048841" name="标题 1"/>
          <p:cNvSpPr>
            <a:spLocks noGrp="1"/>
          </p:cNvSpPr>
          <p:nvPr>
            <p:ph type="title"/>
          </p:nvPr>
        </p:nvSpPr>
        <p:spPr/>
        <p:txBody>
          <a:bodyPr/>
          <a:p>
            <a:r>
              <a:rPr altLang="en-US" lang="zh-CN" smtClean="0"/>
              <a:t>单击此处编辑母版标题样式</a:t>
            </a:r>
            <a:endParaRPr altLang="en-US" lang="zh-CN"/>
          </a:p>
        </p:txBody>
      </p:sp>
      <p:sp>
        <p:nvSpPr>
          <p:cNvPr id="1048842"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843"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844"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224" name=""/>
        <p:cNvGrpSpPr/>
        <p:nvPr/>
      </p:nvGrpSpPr>
      <p:grpSpPr>
        <a:xfrm>
          <a:off x="0" y="0"/>
          <a:ext cx="0" cy="0"/>
          <a:chOff x="0" y="0"/>
          <a:chExt cx="0" cy="0"/>
        </a:xfrm>
      </p:grpSpPr>
      <p:sp>
        <p:nvSpPr>
          <p:cNvPr id="1048848" name="标题 1"/>
          <p:cNvSpPr>
            <a:spLocks noGrp="1"/>
          </p:cNvSpPr>
          <p:nvPr>
            <p:ph type="title"/>
          </p:nvPr>
        </p:nvSpPr>
        <p:spPr/>
        <p:txBody>
          <a:bodyPr/>
          <a:p>
            <a:r>
              <a:rPr altLang="en-US" lang="zh-CN" smtClean="0"/>
              <a:t>单击此处编辑母版标题样式</a:t>
            </a:r>
            <a:endParaRPr altLang="en-US" lang="zh-CN"/>
          </a:p>
        </p:txBody>
      </p:sp>
      <p:sp>
        <p:nvSpPr>
          <p:cNvPr id="1048849"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850"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851"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227" name=""/>
        <p:cNvGrpSpPr/>
        <p:nvPr/>
      </p:nvGrpSpPr>
      <p:grpSpPr>
        <a:xfrm>
          <a:off x="0" y="0"/>
          <a:ext cx="0" cy="0"/>
          <a:chOff x="0" y="0"/>
          <a:chExt cx="0" cy="0"/>
        </a:xfrm>
      </p:grpSpPr>
      <p:sp>
        <p:nvSpPr>
          <p:cNvPr id="1048855" name="标题 1"/>
          <p:cNvSpPr>
            <a:spLocks noGrp="1"/>
          </p:cNvSpPr>
          <p:nvPr>
            <p:ph type="title"/>
          </p:nvPr>
        </p:nvSpPr>
        <p:spPr/>
        <p:txBody>
          <a:bodyPr/>
          <a:p>
            <a:r>
              <a:rPr altLang="en-US" lang="zh-CN" smtClean="0"/>
              <a:t>单击此处编辑母版标题样式</a:t>
            </a:r>
            <a:endParaRPr altLang="en-US" lang="zh-CN"/>
          </a:p>
        </p:txBody>
      </p:sp>
      <p:sp>
        <p:nvSpPr>
          <p:cNvPr id="1048856"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857"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858"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233" name=""/>
        <p:cNvGrpSpPr/>
        <p:nvPr/>
      </p:nvGrpSpPr>
      <p:grpSpPr>
        <a:xfrm>
          <a:off x="0" y="0"/>
          <a:ext cx="0" cy="0"/>
          <a:chOff x="0" y="0"/>
          <a:chExt cx="0" cy="0"/>
        </a:xfrm>
      </p:grpSpPr>
      <p:sp>
        <p:nvSpPr>
          <p:cNvPr id="1048868" name="标题 1"/>
          <p:cNvSpPr>
            <a:spLocks noGrp="1"/>
          </p:cNvSpPr>
          <p:nvPr>
            <p:ph type="title"/>
          </p:nvPr>
        </p:nvSpPr>
        <p:spPr/>
        <p:txBody>
          <a:bodyPr/>
          <a:p>
            <a:r>
              <a:rPr altLang="en-US" lang="zh-CN" smtClean="0"/>
              <a:t>单击此处编辑母版标题样式</a:t>
            </a:r>
            <a:endParaRPr altLang="en-US" lang="zh-CN"/>
          </a:p>
        </p:txBody>
      </p:sp>
      <p:sp>
        <p:nvSpPr>
          <p:cNvPr id="1048869"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870"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871"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236" name=""/>
        <p:cNvGrpSpPr/>
        <p:nvPr/>
      </p:nvGrpSpPr>
      <p:grpSpPr>
        <a:xfrm>
          <a:off x="0" y="0"/>
          <a:ext cx="0" cy="0"/>
          <a:chOff x="0" y="0"/>
          <a:chExt cx="0" cy="0"/>
        </a:xfrm>
      </p:grpSpPr>
      <p:sp>
        <p:nvSpPr>
          <p:cNvPr id="1048875" name="标题 1"/>
          <p:cNvSpPr>
            <a:spLocks noGrp="1"/>
          </p:cNvSpPr>
          <p:nvPr>
            <p:ph type="title"/>
          </p:nvPr>
        </p:nvSpPr>
        <p:spPr/>
        <p:txBody>
          <a:bodyPr/>
          <a:p>
            <a:r>
              <a:rPr altLang="en-US" lang="zh-CN" smtClean="0"/>
              <a:t>单击此处编辑母版标题样式</a:t>
            </a:r>
            <a:endParaRPr altLang="en-US" lang="zh-CN"/>
          </a:p>
        </p:txBody>
      </p:sp>
      <p:sp>
        <p:nvSpPr>
          <p:cNvPr id="1048876"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877"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878"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239" name=""/>
        <p:cNvGrpSpPr/>
        <p:nvPr/>
      </p:nvGrpSpPr>
      <p:grpSpPr>
        <a:xfrm>
          <a:off x="0" y="0"/>
          <a:ext cx="0" cy="0"/>
          <a:chOff x="0" y="0"/>
          <a:chExt cx="0" cy="0"/>
        </a:xfrm>
      </p:grpSpPr>
      <p:sp>
        <p:nvSpPr>
          <p:cNvPr id="1048882" name="标题 1"/>
          <p:cNvSpPr>
            <a:spLocks noGrp="1"/>
          </p:cNvSpPr>
          <p:nvPr>
            <p:ph type="title"/>
          </p:nvPr>
        </p:nvSpPr>
        <p:spPr/>
        <p:txBody>
          <a:bodyPr/>
          <a:p>
            <a:r>
              <a:rPr altLang="en-US" lang="zh-CN" smtClean="0"/>
              <a:t>单击此处编辑母版标题样式</a:t>
            </a:r>
            <a:endParaRPr altLang="en-US" lang="zh-CN"/>
          </a:p>
        </p:txBody>
      </p:sp>
      <p:sp>
        <p:nvSpPr>
          <p:cNvPr id="1048883"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884"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885"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242" name=""/>
        <p:cNvGrpSpPr/>
        <p:nvPr/>
      </p:nvGrpSpPr>
      <p:grpSpPr>
        <a:xfrm>
          <a:off x="0" y="0"/>
          <a:ext cx="0" cy="0"/>
          <a:chOff x="0" y="0"/>
          <a:chExt cx="0" cy="0"/>
        </a:xfrm>
      </p:grpSpPr>
      <p:sp>
        <p:nvSpPr>
          <p:cNvPr id="1048889" name="标题 1"/>
          <p:cNvSpPr>
            <a:spLocks noGrp="1"/>
          </p:cNvSpPr>
          <p:nvPr>
            <p:ph type="title"/>
          </p:nvPr>
        </p:nvSpPr>
        <p:spPr/>
        <p:txBody>
          <a:bodyPr/>
          <a:p>
            <a:r>
              <a:rPr altLang="en-US" lang="zh-CN" smtClean="0"/>
              <a:t>单击此处编辑母版标题样式</a:t>
            </a:r>
            <a:endParaRPr altLang="en-US" lang="zh-CN"/>
          </a:p>
        </p:txBody>
      </p:sp>
      <p:sp>
        <p:nvSpPr>
          <p:cNvPr id="1048890"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891"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892"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245" name=""/>
        <p:cNvGrpSpPr/>
        <p:nvPr/>
      </p:nvGrpSpPr>
      <p:grpSpPr>
        <a:xfrm>
          <a:off x="0" y="0"/>
          <a:ext cx="0" cy="0"/>
          <a:chOff x="0" y="0"/>
          <a:chExt cx="0" cy="0"/>
        </a:xfrm>
      </p:grpSpPr>
      <p:sp>
        <p:nvSpPr>
          <p:cNvPr id="1048908" name="标题 1"/>
          <p:cNvSpPr>
            <a:spLocks noGrp="1"/>
          </p:cNvSpPr>
          <p:nvPr>
            <p:ph type="title"/>
          </p:nvPr>
        </p:nvSpPr>
        <p:spPr/>
        <p:txBody>
          <a:bodyPr/>
          <a:p>
            <a:r>
              <a:rPr altLang="en-US" lang="zh-CN" smtClean="0"/>
              <a:t>单击此处编辑母版标题样式</a:t>
            </a:r>
            <a:endParaRPr altLang="en-US" lang="zh-CN"/>
          </a:p>
        </p:txBody>
      </p:sp>
      <p:sp>
        <p:nvSpPr>
          <p:cNvPr id="1048909"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910"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911"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248" name=""/>
        <p:cNvGrpSpPr/>
        <p:nvPr/>
      </p:nvGrpSpPr>
      <p:grpSpPr>
        <a:xfrm>
          <a:off x="0" y="0"/>
          <a:ext cx="0" cy="0"/>
          <a:chOff x="0" y="0"/>
          <a:chExt cx="0" cy="0"/>
        </a:xfrm>
      </p:grpSpPr>
      <p:sp>
        <p:nvSpPr>
          <p:cNvPr id="1048919" name="标题 1"/>
          <p:cNvSpPr>
            <a:spLocks noGrp="1"/>
          </p:cNvSpPr>
          <p:nvPr>
            <p:ph type="title"/>
          </p:nvPr>
        </p:nvSpPr>
        <p:spPr/>
        <p:txBody>
          <a:bodyPr/>
          <a:p>
            <a:r>
              <a:rPr altLang="en-US" lang="zh-CN" smtClean="0"/>
              <a:t>单击此处编辑母版标题样式</a:t>
            </a:r>
            <a:endParaRPr altLang="en-US" lang="zh-CN"/>
          </a:p>
        </p:txBody>
      </p:sp>
      <p:sp>
        <p:nvSpPr>
          <p:cNvPr id="1048920"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921"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922"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251" name=""/>
        <p:cNvGrpSpPr/>
        <p:nvPr/>
      </p:nvGrpSpPr>
      <p:grpSpPr>
        <a:xfrm>
          <a:off x="0" y="0"/>
          <a:ext cx="0" cy="0"/>
          <a:chOff x="0" y="0"/>
          <a:chExt cx="0" cy="0"/>
        </a:xfrm>
      </p:grpSpPr>
      <p:sp>
        <p:nvSpPr>
          <p:cNvPr id="1048928" name="标题 1"/>
          <p:cNvSpPr>
            <a:spLocks noGrp="1"/>
          </p:cNvSpPr>
          <p:nvPr>
            <p:ph type="title"/>
          </p:nvPr>
        </p:nvSpPr>
        <p:spPr/>
        <p:txBody>
          <a:bodyPr/>
          <a:p>
            <a:r>
              <a:rPr altLang="en-US" lang="zh-CN" smtClean="0"/>
              <a:t>单击此处编辑母版标题样式</a:t>
            </a:r>
            <a:endParaRPr altLang="en-US" lang="zh-CN"/>
          </a:p>
        </p:txBody>
      </p:sp>
      <p:sp>
        <p:nvSpPr>
          <p:cNvPr id="1048929"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930"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931"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254" name=""/>
        <p:cNvGrpSpPr/>
        <p:nvPr/>
      </p:nvGrpSpPr>
      <p:grpSpPr>
        <a:xfrm>
          <a:off x="0" y="0"/>
          <a:ext cx="0" cy="0"/>
          <a:chOff x="0" y="0"/>
          <a:chExt cx="0" cy="0"/>
        </a:xfrm>
      </p:grpSpPr>
      <p:sp>
        <p:nvSpPr>
          <p:cNvPr id="1048938" name="标题 1"/>
          <p:cNvSpPr>
            <a:spLocks noGrp="1"/>
          </p:cNvSpPr>
          <p:nvPr>
            <p:ph type="title"/>
          </p:nvPr>
        </p:nvSpPr>
        <p:spPr/>
        <p:txBody>
          <a:bodyPr/>
          <a:p>
            <a:r>
              <a:rPr altLang="en-US" lang="zh-CN" smtClean="0"/>
              <a:t>单击此处编辑母版标题样式</a:t>
            </a:r>
            <a:endParaRPr altLang="en-US" lang="zh-CN"/>
          </a:p>
        </p:txBody>
      </p:sp>
      <p:sp>
        <p:nvSpPr>
          <p:cNvPr id="1048939"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940"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941"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257" name=""/>
        <p:cNvGrpSpPr/>
        <p:nvPr/>
      </p:nvGrpSpPr>
      <p:grpSpPr>
        <a:xfrm>
          <a:off x="0" y="0"/>
          <a:ext cx="0" cy="0"/>
          <a:chOff x="0" y="0"/>
          <a:chExt cx="0" cy="0"/>
        </a:xfrm>
      </p:grpSpPr>
      <p:sp>
        <p:nvSpPr>
          <p:cNvPr id="1048946" name="标题 1"/>
          <p:cNvSpPr>
            <a:spLocks noGrp="1"/>
          </p:cNvSpPr>
          <p:nvPr>
            <p:ph type="title"/>
          </p:nvPr>
        </p:nvSpPr>
        <p:spPr/>
        <p:txBody>
          <a:bodyPr/>
          <a:p>
            <a:r>
              <a:rPr altLang="en-US" lang="zh-CN" smtClean="0"/>
              <a:t>单击此处编辑母版标题样式</a:t>
            </a:r>
            <a:endParaRPr altLang="en-US" lang="zh-CN"/>
          </a:p>
        </p:txBody>
      </p:sp>
      <p:sp>
        <p:nvSpPr>
          <p:cNvPr id="1048947"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948"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949"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260" name=""/>
        <p:cNvGrpSpPr/>
        <p:nvPr/>
      </p:nvGrpSpPr>
      <p:grpSpPr>
        <a:xfrm>
          <a:off x="0" y="0"/>
          <a:ext cx="0" cy="0"/>
          <a:chOff x="0" y="0"/>
          <a:chExt cx="0" cy="0"/>
        </a:xfrm>
      </p:grpSpPr>
      <p:sp>
        <p:nvSpPr>
          <p:cNvPr id="1048954" name="标题 1"/>
          <p:cNvSpPr>
            <a:spLocks noGrp="1"/>
          </p:cNvSpPr>
          <p:nvPr>
            <p:ph type="title"/>
          </p:nvPr>
        </p:nvSpPr>
        <p:spPr/>
        <p:txBody>
          <a:bodyPr/>
          <a:p>
            <a:r>
              <a:rPr altLang="en-US" lang="zh-CN" smtClean="0"/>
              <a:t>单击此处编辑母版标题样式</a:t>
            </a:r>
            <a:endParaRPr altLang="en-US" lang="zh-CN"/>
          </a:p>
        </p:txBody>
      </p:sp>
      <p:sp>
        <p:nvSpPr>
          <p:cNvPr id="1048955"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956"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957"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5_自定义版式">
    <p:spTree>
      <p:nvGrpSpPr>
        <p:cNvPr id="263" name=""/>
        <p:cNvGrpSpPr/>
        <p:nvPr/>
      </p:nvGrpSpPr>
      <p:grpSpPr>
        <a:xfrm>
          <a:off x="0" y="0"/>
          <a:ext cx="0" cy="0"/>
          <a:chOff x="0" y="0"/>
          <a:chExt cx="0" cy="0"/>
        </a:xfrm>
      </p:grpSpPr>
      <p:sp>
        <p:nvSpPr>
          <p:cNvPr id="1048962" name="标题 1"/>
          <p:cNvSpPr>
            <a:spLocks noGrp="1"/>
          </p:cNvSpPr>
          <p:nvPr>
            <p:ph type="title"/>
          </p:nvPr>
        </p:nvSpPr>
        <p:spPr/>
        <p:txBody>
          <a:bodyPr/>
          <a:p>
            <a:r>
              <a:rPr altLang="en-US" lang="zh-CN" smtClean="0"/>
              <a:t>单击此处编辑母版标题样式</a:t>
            </a:r>
            <a:endParaRPr altLang="en-US" lang="zh-CN"/>
          </a:p>
        </p:txBody>
      </p:sp>
      <p:sp>
        <p:nvSpPr>
          <p:cNvPr id="1048963"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964"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965"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6_自定义版式">
    <p:spTree>
      <p:nvGrpSpPr>
        <p:cNvPr id="266" name=""/>
        <p:cNvGrpSpPr/>
        <p:nvPr/>
      </p:nvGrpSpPr>
      <p:grpSpPr>
        <a:xfrm>
          <a:off x="0" y="0"/>
          <a:ext cx="0" cy="0"/>
          <a:chOff x="0" y="0"/>
          <a:chExt cx="0" cy="0"/>
        </a:xfrm>
      </p:grpSpPr>
      <p:sp>
        <p:nvSpPr>
          <p:cNvPr id="1048969" name="标题 1"/>
          <p:cNvSpPr>
            <a:spLocks noGrp="1"/>
          </p:cNvSpPr>
          <p:nvPr>
            <p:ph type="title"/>
          </p:nvPr>
        </p:nvSpPr>
        <p:spPr/>
        <p:txBody>
          <a:bodyPr/>
          <a:p>
            <a:r>
              <a:rPr altLang="en-US" lang="zh-CN" smtClean="0"/>
              <a:t>单击此处编辑母版标题样式</a:t>
            </a:r>
            <a:endParaRPr altLang="en-US" lang="zh-CN"/>
          </a:p>
        </p:txBody>
      </p:sp>
      <p:sp>
        <p:nvSpPr>
          <p:cNvPr id="1048970"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971"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972"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7_自定义版式">
    <p:spTree>
      <p:nvGrpSpPr>
        <p:cNvPr id="269" name=""/>
        <p:cNvGrpSpPr/>
        <p:nvPr/>
      </p:nvGrpSpPr>
      <p:grpSpPr>
        <a:xfrm>
          <a:off x="0" y="0"/>
          <a:ext cx="0" cy="0"/>
          <a:chOff x="0" y="0"/>
          <a:chExt cx="0" cy="0"/>
        </a:xfrm>
      </p:grpSpPr>
      <p:sp>
        <p:nvSpPr>
          <p:cNvPr id="1048978" name="标题 1"/>
          <p:cNvSpPr>
            <a:spLocks noGrp="1"/>
          </p:cNvSpPr>
          <p:nvPr>
            <p:ph type="title"/>
          </p:nvPr>
        </p:nvSpPr>
        <p:spPr/>
        <p:txBody>
          <a:bodyPr/>
          <a:p>
            <a:r>
              <a:rPr altLang="en-US" lang="zh-CN" smtClean="0"/>
              <a:t>单击此处编辑母版标题样式</a:t>
            </a:r>
            <a:endParaRPr altLang="en-US" lang="zh-CN"/>
          </a:p>
        </p:txBody>
      </p:sp>
      <p:sp>
        <p:nvSpPr>
          <p:cNvPr id="1048979"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980"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8981"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8_自定义版式">
    <p:spTree>
      <p:nvGrpSpPr>
        <p:cNvPr id="306" name=""/>
        <p:cNvGrpSpPr/>
        <p:nvPr/>
      </p:nvGrpSpPr>
      <p:grpSpPr>
        <a:xfrm>
          <a:off x="0" y="0"/>
          <a:ext cx="0" cy="0"/>
          <a:chOff x="0" y="0"/>
          <a:chExt cx="0" cy="0"/>
        </a:xfrm>
      </p:grpSpPr>
      <p:sp>
        <p:nvSpPr>
          <p:cNvPr id="1049094" name="标题 1"/>
          <p:cNvSpPr>
            <a:spLocks noGrp="1"/>
          </p:cNvSpPr>
          <p:nvPr>
            <p:ph type="title"/>
          </p:nvPr>
        </p:nvSpPr>
        <p:spPr/>
        <p:txBody>
          <a:bodyPr/>
          <a:p>
            <a:r>
              <a:rPr altLang="en-US" lang="zh-CN" smtClean="0"/>
              <a:t>单击此处编辑母版标题样式</a:t>
            </a:r>
            <a:endParaRPr altLang="en-US" lang="zh-CN"/>
          </a:p>
        </p:txBody>
      </p:sp>
      <p:sp>
        <p:nvSpPr>
          <p:cNvPr id="1049095" name="日期占位符 2"/>
          <p:cNvSpPr>
            <a:spLocks noGrp="1"/>
          </p:cNvSpPr>
          <p:nvPr>
            <p:ph type="dt" sz="half" idx="10"/>
          </p:nvPr>
        </p:nvSpPr>
        <p:spPr/>
        <p:txBody>
          <a:bodyPr/>
          <a:p>
            <a:fld id="{760FBDFE-C587-4B4C-A407-44438C67B59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96" name="页脚占位符 3"/>
          <p:cNvSpPr>
            <a:spLocks noGrp="1"/>
          </p:cNvSpPr>
          <p:nvPr>
            <p:ph type="ftr" sz="quarter" idx="11"/>
          </p:nvPr>
        </p:nvSpPr>
        <p:spPr/>
        <p:txBody>
          <a:bodyPr/>
          <a:p>
            <a:endParaRPr altLang="en-US" dirty="0" lang="zh-CN">
              <a:solidFill>
                <a:prstClr val="black">
                  <a:tint val="75000"/>
                </a:prstClr>
              </a:solidFill>
            </a:endParaRPr>
          </a:p>
        </p:txBody>
      </p:sp>
      <p:sp>
        <p:nvSpPr>
          <p:cNvPr id="1049097" name="灯片编号占位符 4"/>
          <p:cNvSpPr>
            <a:spLocks noGrp="1"/>
          </p:cNvSpPr>
          <p:nvPr>
            <p:ph type="sldNum" sz="quarter" idx="12"/>
          </p:nvPr>
        </p:nvSpPr>
        <p:spPr/>
        <p:txBody>
          <a:bodyPr/>
          <a:p>
            <a:fld id="{49AE70B2-8BF9-45C0-BB95-33D1B9D3A854}" type="slidenum">
              <a:rPr altLang="en-US" lang="zh-CN" smtClean="0">
                <a:solidFill>
                  <a:prstClr val="black">
                    <a:tint val="75000"/>
                  </a:prstClr>
                </a:solidFill>
              </a:rPr>
              <a:t>‹#›</a:t>
            </a:fld>
            <a:endParaRPr altLang="en-US" dirty="0" lang="zh-CN">
              <a:solidFill>
                <a:prstClr val="black">
                  <a:tint val="75000"/>
                </a:prstClr>
              </a:solidFil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type="title">
  <p:cSld name="标题幻灯片">
    <p:spTree>
      <p:nvGrpSpPr>
        <p:cNvPr id="291" name=""/>
        <p:cNvGrpSpPr/>
        <p:nvPr/>
      </p:nvGrpSpPr>
      <p:grpSpPr>
        <a:xfrm>
          <a:off x="0" y="0"/>
          <a:ext cx="0" cy="0"/>
          <a:chOff x="0" y="0"/>
          <a:chExt cx="0" cy="0"/>
        </a:xfrm>
      </p:grpSpPr>
      <p:sp>
        <p:nvSpPr>
          <p:cNvPr id="1049014" name="Title 1"/>
          <p:cNvSpPr>
            <a:spLocks noGrp="1"/>
          </p:cNvSpPr>
          <p:nvPr>
            <p:ph type="ctrTitle"/>
          </p:nvPr>
        </p:nvSpPr>
        <p:spPr>
          <a:xfrm>
            <a:off x="1143000" y="841772"/>
            <a:ext cx="6858000" cy="1790700"/>
          </a:xfrm>
        </p:spPr>
        <p:txBody>
          <a:bodyPr anchor="b"/>
          <a:lstStyle>
            <a:lvl1pPr algn="ctr">
              <a:defRPr sz="4500"/>
            </a:lvl1pPr>
          </a:lstStyle>
          <a:p>
            <a:r>
              <a:rPr altLang="en-US" lang="zh-CN" smtClean="0"/>
              <a:t>单击此处编辑母版标题样式</a:t>
            </a:r>
            <a:endParaRPr dirty="0" lang="en-US"/>
          </a:p>
        </p:txBody>
      </p:sp>
      <p:sp>
        <p:nvSpPr>
          <p:cNvPr id="1049015" name="Subtitle 2"/>
          <p:cNvSpPr>
            <a:spLocks noGrp="1"/>
          </p:cNvSpPr>
          <p:nvPr>
            <p:ph type="subTitle" idx="1"/>
          </p:nvPr>
        </p:nvSpPr>
        <p:spPr>
          <a:xfrm>
            <a:off x="1143000" y="2701528"/>
            <a:ext cx="6858000" cy="1241822"/>
          </a:xfrm>
        </p:spPr>
        <p:txBody>
          <a:bodyPr/>
          <a:lstStyle>
            <a:lvl1pPr algn="ctr" indent="0" marL="0">
              <a:buNone/>
              <a:defRPr sz="1800"/>
            </a:lvl1pPr>
            <a:lvl2pPr algn="ctr" indent="0" marL="342900">
              <a:buNone/>
              <a:defRPr sz="1500"/>
            </a:lvl2pPr>
            <a:lvl3pPr algn="ctr" indent="0" marL="685800">
              <a:buNone/>
              <a:defRPr sz="1350"/>
            </a:lvl3pPr>
            <a:lvl4pPr algn="ctr" indent="0" marL="1028700">
              <a:buNone/>
              <a:defRPr sz="1200"/>
            </a:lvl4pPr>
            <a:lvl5pPr algn="ctr" indent="0" marL="1371600">
              <a:buNone/>
              <a:defRPr sz="1200"/>
            </a:lvl5pPr>
            <a:lvl6pPr algn="ctr" indent="0" marL="1714500">
              <a:buNone/>
              <a:defRPr sz="1200"/>
            </a:lvl6pPr>
            <a:lvl7pPr algn="ctr" indent="0" marL="2057400">
              <a:buNone/>
              <a:defRPr sz="1200"/>
            </a:lvl7pPr>
            <a:lvl8pPr algn="ctr" indent="0" marL="2400300">
              <a:buNone/>
              <a:defRPr sz="1200"/>
            </a:lvl8pPr>
            <a:lvl9pPr algn="ctr" indent="0" marL="2743200">
              <a:buNone/>
              <a:defRPr sz="1200"/>
            </a:lvl9pPr>
          </a:lstStyle>
          <a:p>
            <a:r>
              <a:rPr altLang="en-US" lang="zh-CN" smtClean="0"/>
              <a:t>单击此处编辑母版副标题样式</a:t>
            </a:r>
            <a:endParaRPr dirty="0" lang="en-US"/>
          </a:p>
        </p:txBody>
      </p:sp>
      <p:sp>
        <p:nvSpPr>
          <p:cNvPr id="1049016" name="Date Placeholder 3"/>
          <p:cNvSpPr>
            <a:spLocks noGrp="1"/>
          </p:cNvSpPr>
          <p:nvPr>
            <p:ph type="dt" sz="half" idx="10"/>
          </p:nvPr>
        </p:nvSpPr>
        <p:spPr/>
        <p:txBody>
          <a:bodyPr/>
          <a:p>
            <a:fld id="{16E5758D-A3C3-4E88-8AC0-22500507BD7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17" name="Footer Placeholder 4"/>
          <p:cNvSpPr>
            <a:spLocks noGrp="1"/>
          </p:cNvSpPr>
          <p:nvPr>
            <p:ph type="ftr" sz="quarter" idx="11"/>
          </p:nvPr>
        </p:nvSpPr>
        <p:spPr/>
        <p:txBody>
          <a:bodyPr/>
          <a:p>
            <a:endParaRPr altLang="en-US" lang="zh-CN">
              <a:solidFill>
                <a:prstClr val="black">
                  <a:tint val="75000"/>
                </a:prstClr>
              </a:solidFill>
            </a:endParaRPr>
          </a:p>
        </p:txBody>
      </p:sp>
      <p:sp>
        <p:nvSpPr>
          <p:cNvPr id="1049018" name="Slide Number Placeholder 5"/>
          <p:cNvSpPr>
            <a:spLocks noGrp="1"/>
          </p:cNvSpPr>
          <p:nvPr>
            <p:ph type="sldNum" sz="quarter" idx="12"/>
          </p:nvPr>
        </p:nvSpPr>
        <p:spPr/>
        <p:txBody>
          <a:bodyPr/>
          <a:p>
            <a:fld id="{AA4E786F-588D-4932-A7B2-AE3451FA4ACA}"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type="obj">
  <p:cSld name="标题和内容">
    <p:spTree>
      <p:nvGrpSpPr>
        <p:cNvPr id="290" name=""/>
        <p:cNvGrpSpPr/>
        <p:nvPr/>
      </p:nvGrpSpPr>
      <p:grpSpPr>
        <a:xfrm>
          <a:off x="0" y="0"/>
          <a:ext cx="0" cy="0"/>
          <a:chOff x="0" y="0"/>
          <a:chExt cx="0" cy="0"/>
        </a:xfrm>
      </p:grpSpPr>
      <p:sp>
        <p:nvSpPr>
          <p:cNvPr id="1049009" name="Title 1"/>
          <p:cNvSpPr>
            <a:spLocks noGrp="1"/>
          </p:cNvSpPr>
          <p:nvPr>
            <p:ph type="title"/>
          </p:nvPr>
        </p:nvSpPr>
        <p:spPr/>
        <p:txBody>
          <a:bodyPr/>
          <a:p>
            <a:r>
              <a:rPr altLang="en-US" lang="zh-CN" smtClean="0"/>
              <a:t>单击此处编辑母版标题样式</a:t>
            </a:r>
            <a:endParaRPr dirty="0" lang="en-US"/>
          </a:p>
        </p:txBody>
      </p:sp>
      <p:sp>
        <p:nvSpPr>
          <p:cNvPr id="1049010" name="Content Placeholder 2"/>
          <p:cNvSpPr>
            <a:spLocks noGrp="1"/>
          </p:cNvSpPr>
          <p:nvPr>
            <p:ph idx="1"/>
          </p:nvPr>
        </p:nvSpPr>
        <p:spPr/>
        <p:txBody>
          <a:bodyPr/>
          <a:p>
            <a:pPr lvl="0"/>
            <a:r>
              <a:rPr altLang="en-US" lang="zh-CN" smtClean="0"/>
              <a:t>单击此处编辑母版文本样式</a:t>
            </a:r>
          </a:p>
          <a:p>
            <a:pPr lvl="1"/>
            <a:r>
              <a:rPr altLang="en-US" lang="zh-CN" smtClean="0"/>
              <a:t>第二级</a:t>
            </a:r>
          </a:p>
          <a:p>
            <a:pPr lvl="2"/>
            <a:r>
              <a:rPr altLang="en-US" lang="zh-CN" smtClean="0"/>
              <a:t>第三级</a:t>
            </a:r>
          </a:p>
          <a:p>
            <a:pPr lvl="3"/>
            <a:r>
              <a:rPr altLang="en-US" lang="zh-CN" smtClean="0"/>
              <a:t>第四级</a:t>
            </a:r>
          </a:p>
          <a:p>
            <a:pPr lvl="4"/>
            <a:r>
              <a:rPr altLang="en-US" lang="zh-CN" smtClean="0"/>
              <a:t>第五级</a:t>
            </a:r>
            <a:endParaRPr dirty="0" lang="en-US"/>
          </a:p>
        </p:txBody>
      </p:sp>
      <p:sp>
        <p:nvSpPr>
          <p:cNvPr id="1049011" name="Date Placeholder 3"/>
          <p:cNvSpPr>
            <a:spLocks noGrp="1"/>
          </p:cNvSpPr>
          <p:nvPr>
            <p:ph type="dt" sz="half" idx="10"/>
          </p:nvPr>
        </p:nvSpPr>
        <p:spPr/>
        <p:txBody>
          <a:bodyPr/>
          <a:p>
            <a:fld id="{16E5758D-A3C3-4E88-8AC0-22500507BD7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12" name="Footer Placeholder 4"/>
          <p:cNvSpPr>
            <a:spLocks noGrp="1"/>
          </p:cNvSpPr>
          <p:nvPr>
            <p:ph type="ftr" sz="quarter" idx="11"/>
          </p:nvPr>
        </p:nvSpPr>
        <p:spPr/>
        <p:txBody>
          <a:bodyPr/>
          <a:p>
            <a:endParaRPr altLang="en-US" lang="zh-CN">
              <a:solidFill>
                <a:prstClr val="black">
                  <a:tint val="75000"/>
                </a:prstClr>
              </a:solidFill>
            </a:endParaRPr>
          </a:p>
        </p:txBody>
      </p:sp>
      <p:sp>
        <p:nvSpPr>
          <p:cNvPr id="1049013" name="Slide Number Placeholder 5"/>
          <p:cNvSpPr>
            <a:spLocks noGrp="1"/>
          </p:cNvSpPr>
          <p:nvPr>
            <p:ph type="sldNum" sz="quarter" idx="12"/>
          </p:nvPr>
        </p:nvSpPr>
        <p:spPr/>
        <p:txBody>
          <a:bodyPr/>
          <a:p>
            <a:fld id="{AA4E786F-588D-4932-A7B2-AE3451FA4ACA}"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type="secHead">
  <p:cSld name="节标题">
    <p:spTree>
      <p:nvGrpSpPr>
        <p:cNvPr id="289" name=""/>
        <p:cNvGrpSpPr/>
        <p:nvPr/>
      </p:nvGrpSpPr>
      <p:grpSpPr>
        <a:xfrm>
          <a:off x="0" y="0"/>
          <a:ext cx="0" cy="0"/>
          <a:chOff x="0" y="0"/>
          <a:chExt cx="0" cy="0"/>
        </a:xfrm>
      </p:grpSpPr>
      <p:sp>
        <p:nvSpPr>
          <p:cNvPr id="1049004" name="Title 1"/>
          <p:cNvSpPr>
            <a:spLocks noGrp="1"/>
          </p:cNvSpPr>
          <p:nvPr>
            <p:ph type="title"/>
          </p:nvPr>
        </p:nvSpPr>
        <p:spPr>
          <a:xfrm>
            <a:off x="623888" y="1282304"/>
            <a:ext cx="7886700" cy="2139553"/>
          </a:xfrm>
        </p:spPr>
        <p:txBody>
          <a:bodyPr anchor="b"/>
          <a:lstStyle>
            <a:lvl1pPr>
              <a:defRPr sz="4500"/>
            </a:lvl1pPr>
          </a:lstStyle>
          <a:p>
            <a:r>
              <a:rPr altLang="en-US" lang="zh-CN" smtClean="0"/>
              <a:t>单击此处编辑母版标题样式</a:t>
            </a:r>
            <a:endParaRPr dirty="0" lang="en-US"/>
          </a:p>
        </p:txBody>
      </p:sp>
      <p:sp>
        <p:nvSpPr>
          <p:cNvPr id="1049005" name="Text Placeholder 2"/>
          <p:cNvSpPr>
            <a:spLocks noGrp="1"/>
          </p:cNvSpPr>
          <p:nvPr>
            <p:ph type="body" idx="1"/>
          </p:nvPr>
        </p:nvSpPr>
        <p:spPr>
          <a:xfrm>
            <a:off x="623888" y="3442098"/>
            <a:ext cx="7886700" cy="1125140"/>
          </a:xfrm>
        </p:spPr>
        <p:txBody>
          <a:bodyPr/>
          <a:lstStyle>
            <a:lvl1pPr indent="0" marL="0">
              <a:buNone/>
              <a:defRPr sz="1800">
                <a:solidFill>
                  <a:schemeClr val="tx1">
                    <a:tint val="75000"/>
                  </a:schemeClr>
                </a:solidFill>
              </a:defRPr>
            </a:lvl1pPr>
            <a:lvl2pPr indent="0" marL="342900">
              <a:buNone/>
              <a:defRPr sz="1500">
                <a:solidFill>
                  <a:schemeClr val="tx1">
                    <a:tint val="75000"/>
                  </a:schemeClr>
                </a:solidFill>
              </a:defRPr>
            </a:lvl2pPr>
            <a:lvl3pPr indent="0" marL="685800">
              <a:buNone/>
              <a:defRPr sz="1350">
                <a:solidFill>
                  <a:schemeClr val="tx1">
                    <a:tint val="75000"/>
                  </a:schemeClr>
                </a:solidFill>
              </a:defRPr>
            </a:lvl3pPr>
            <a:lvl4pPr indent="0" marL="1028700">
              <a:buNone/>
              <a:defRPr sz="1200">
                <a:solidFill>
                  <a:schemeClr val="tx1">
                    <a:tint val="75000"/>
                  </a:schemeClr>
                </a:solidFill>
              </a:defRPr>
            </a:lvl4pPr>
            <a:lvl5pPr indent="0" marL="1371600">
              <a:buNone/>
              <a:defRPr sz="1200">
                <a:solidFill>
                  <a:schemeClr val="tx1">
                    <a:tint val="75000"/>
                  </a:schemeClr>
                </a:solidFill>
              </a:defRPr>
            </a:lvl5pPr>
            <a:lvl6pPr indent="0" marL="1714500">
              <a:buNone/>
              <a:defRPr sz="1200">
                <a:solidFill>
                  <a:schemeClr val="tx1">
                    <a:tint val="75000"/>
                  </a:schemeClr>
                </a:solidFill>
              </a:defRPr>
            </a:lvl6pPr>
            <a:lvl7pPr indent="0" marL="2057400">
              <a:buNone/>
              <a:defRPr sz="1200">
                <a:solidFill>
                  <a:schemeClr val="tx1">
                    <a:tint val="75000"/>
                  </a:schemeClr>
                </a:solidFill>
              </a:defRPr>
            </a:lvl7pPr>
            <a:lvl8pPr indent="0" marL="2400300">
              <a:buNone/>
              <a:defRPr sz="1200">
                <a:solidFill>
                  <a:schemeClr val="tx1">
                    <a:tint val="75000"/>
                  </a:schemeClr>
                </a:solidFill>
              </a:defRPr>
            </a:lvl8pPr>
            <a:lvl9pPr indent="0" marL="2743200">
              <a:buNone/>
              <a:defRPr sz="1200">
                <a:solidFill>
                  <a:schemeClr val="tx1">
                    <a:tint val="75000"/>
                  </a:schemeClr>
                </a:solidFill>
              </a:defRPr>
            </a:lvl9pPr>
          </a:lstStyle>
          <a:p>
            <a:pPr lvl="0"/>
            <a:r>
              <a:rPr altLang="en-US" lang="zh-CN" smtClean="0"/>
              <a:t>单击此处编辑母版文本样式</a:t>
            </a:r>
          </a:p>
        </p:txBody>
      </p:sp>
      <p:sp>
        <p:nvSpPr>
          <p:cNvPr id="1049006" name="Date Placeholder 3"/>
          <p:cNvSpPr>
            <a:spLocks noGrp="1"/>
          </p:cNvSpPr>
          <p:nvPr>
            <p:ph type="dt" sz="half" idx="10"/>
          </p:nvPr>
        </p:nvSpPr>
        <p:spPr/>
        <p:txBody>
          <a:bodyPr/>
          <a:p>
            <a:fld id="{16E5758D-A3C3-4E88-8AC0-22500507BD7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07" name="Footer Placeholder 4"/>
          <p:cNvSpPr>
            <a:spLocks noGrp="1"/>
          </p:cNvSpPr>
          <p:nvPr>
            <p:ph type="ftr" sz="quarter" idx="11"/>
          </p:nvPr>
        </p:nvSpPr>
        <p:spPr/>
        <p:txBody>
          <a:bodyPr/>
          <a:p>
            <a:endParaRPr altLang="en-US" lang="zh-CN">
              <a:solidFill>
                <a:prstClr val="black">
                  <a:tint val="75000"/>
                </a:prstClr>
              </a:solidFill>
            </a:endParaRPr>
          </a:p>
        </p:txBody>
      </p:sp>
      <p:sp>
        <p:nvSpPr>
          <p:cNvPr id="1049008" name="Slide Number Placeholder 5"/>
          <p:cNvSpPr>
            <a:spLocks noGrp="1"/>
          </p:cNvSpPr>
          <p:nvPr>
            <p:ph type="sldNum" sz="quarter" idx="12"/>
          </p:nvPr>
        </p:nvSpPr>
        <p:spPr/>
        <p:txBody>
          <a:bodyPr/>
          <a:p>
            <a:fld id="{AA4E786F-588D-4932-A7B2-AE3451FA4ACA}"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type="twoObj">
  <p:cSld name="两栏内容">
    <p:spTree>
      <p:nvGrpSpPr>
        <p:cNvPr id="292" name=""/>
        <p:cNvGrpSpPr/>
        <p:nvPr/>
      </p:nvGrpSpPr>
      <p:grpSpPr>
        <a:xfrm>
          <a:off x="0" y="0"/>
          <a:ext cx="0" cy="0"/>
          <a:chOff x="0" y="0"/>
          <a:chExt cx="0" cy="0"/>
        </a:xfrm>
      </p:grpSpPr>
      <p:sp>
        <p:nvSpPr>
          <p:cNvPr id="1049019" name="Title 1"/>
          <p:cNvSpPr>
            <a:spLocks noGrp="1"/>
          </p:cNvSpPr>
          <p:nvPr>
            <p:ph type="title"/>
          </p:nvPr>
        </p:nvSpPr>
        <p:spPr/>
        <p:txBody>
          <a:bodyPr/>
          <a:p>
            <a:r>
              <a:rPr altLang="en-US" lang="zh-CN" smtClean="0"/>
              <a:t>单击此处编辑母版标题样式</a:t>
            </a:r>
            <a:endParaRPr dirty="0" lang="en-US"/>
          </a:p>
        </p:txBody>
      </p:sp>
      <p:sp>
        <p:nvSpPr>
          <p:cNvPr id="1049020" name="Content Placeholder 2"/>
          <p:cNvSpPr>
            <a:spLocks noGrp="1"/>
          </p:cNvSpPr>
          <p:nvPr>
            <p:ph sz="half" idx="1"/>
          </p:nvPr>
        </p:nvSpPr>
        <p:spPr>
          <a:xfrm>
            <a:off x="628650" y="1369219"/>
            <a:ext cx="3886200" cy="3263504"/>
          </a:xfrm>
        </p:spPr>
        <p:txBody>
          <a:bodyPr/>
          <a:p>
            <a:pPr lvl="0"/>
            <a:r>
              <a:rPr altLang="en-US" lang="zh-CN" smtClean="0"/>
              <a:t>单击此处编辑母版文本样式</a:t>
            </a:r>
          </a:p>
          <a:p>
            <a:pPr lvl="1"/>
            <a:r>
              <a:rPr altLang="en-US" lang="zh-CN" smtClean="0"/>
              <a:t>第二级</a:t>
            </a:r>
          </a:p>
          <a:p>
            <a:pPr lvl="2"/>
            <a:r>
              <a:rPr altLang="en-US" lang="zh-CN" smtClean="0"/>
              <a:t>第三级</a:t>
            </a:r>
          </a:p>
          <a:p>
            <a:pPr lvl="3"/>
            <a:r>
              <a:rPr altLang="en-US" lang="zh-CN" smtClean="0"/>
              <a:t>第四级</a:t>
            </a:r>
          </a:p>
          <a:p>
            <a:pPr lvl="4"/>
            <a:r>
              <a:rPr altLang="en-US" lang="zh-CN" smtClean="0"/>
              <a:t>第五级</a:t>
            </a:r>
            <a:endParaRPr dirty="0" lang="en-US"/>
          </a:p>
        </p:txBody>
      </p:sp>
      <p:sp>
        <p:nvSpPr>
          <p:cNvPr id="1049021" name="Content Placeholder 3"/>
          <p:cNvSpPr>
            <a:spLocks noGrp="1"/>
          </p:cNvSpPr>
          <p:nvPr>
            <p:ph sz="half" idx="2"/>
          </p:nvPr>
        </p:nvSpPr>
        <p:spPr>
          <a:xfrm>
            <a:off x="4629150" y="1369219"/>
            <a:ext cx="3886200" cy="3263504"/>
          </a:xfrm>
        </p:spPr>
        <p:txBody>
          <a:bodyPr/>
          <a:p>
            <a:pPr lvl="0"/>
            <a:r>
              <a:rPr altLang="en-US" lang="zh-CN" smtClean="0"/>
              <a:t>单击此处编辑母版文本样式</a:t>
            </a:r>
          </a:p>
          <a:p>
            <a:pPr lvl="1"/>
            <a:r>
              <a:rPr altLang="en-US" lang="zh-CN" smtClean="0"/>
              <a:t>第二级</a:t>
            </a:r>
          </a:p>
          <a:p>
            <a:pPr lvl="2"/>
            <a:r>
              <a:rPr altLang="en-US" lang="zh-CN" smtClean="0"/>
              <a:t>第三级</a:t>
            </a:r>
          </a:p>
          <a:p>
            <a:pPr lvl="3"/>
            <a:r>
              <a:rPr altLang="en-US" lang="zh-CN" smtClean="0"/>
              <a:t>第四级</a:t>
            </a:r>
          </a:p>
          <a:p>
            <a:pPr lvl="4"/>
            <a:r>
              <a:rPr altLang="en-US" lang="zh-CN" smtClean="0"/>
              <a:t>第五级</a:t>
            </a:r>
            <a:endParaRPr dirty="0" lang="en-US"/>
          </a:p>
        </p:txBody>
      </p:sp>
      <p:sp>
        <p:nvSpPr>
          <p:cNvPr id="1049022" name="Date Placeholder 4"/>
          <p:cNvSpPr>
            <a:spLocks noGrp="1"/>
          </p:cNvSpPr>
          <p:nvPr>
            <p:ph type="dt" sz="half" idx="10"/>
          </p:nvPr>
        </p:nvSpPr>
        <p:spPr/>
        <p:txBody>
          <a:bodyPr/>
          <a:p>
            <a:fld id="{16E5758D-A3C3-4E88-8AC0-22500507BD7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23" name="Footer Placeholder 5"/>
          <p:cNvSpPr>
            <a:spLocks noGrp="1"/>
          </p:cNvSpPr>
          <p:nvPr>
            <p:ph type="ftr" sz="quarter" idx="11"/>
          </p:nvPr>
        </p:nvSpPr>
        <p:spPr/>
        <p:txBody>
          <a:bodyPr/>
          <a:p>
            <a:endParaRPr altLang="en-US" lang="zh-CN">
              <a:solidFill>
                <a:prstClr val="black">
                  <a:tint val="75000"/>
                </a:prstClr>
              </a:solidFill>
            </a:endParaRPr>
          </a:p>
        </p:txBody>
      </p:sp>
      <p:sp>
        <p:nvSpPr>
          <p:cNvPr id="1049024" name="Slide Number Placeholder 6"/>
          <p:cNvSpPr>
            <a:spLocks noGrp="1"/>
          </p:cNvSpPr>
          <p:nvPr>
            <p:ph type="sldNum" sz="quarter" idx="12"/>
          </p:nvPr>
        </p:nvSpPr>
        <p:spPr/>
        <p:txBody>
          <a:bodyPr/>
          <a:p>
            <a:fld id="{AA4E786F-588D-4932-A7B2-AE3451FA4ACA}"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type="twoTxTwoObj">
  <p:cSld name="比较">
    <p:spTree>
      <p:nvGrpSpPr>
        <p:cNvPr id="293" name=""/>
        <p:cNvGrpSpPr/>
        <p:nvPr/>
      </p:nvGrpSpPr>
      <p:grpSpPr>
        <a:xfrm>
          <a:off x="0" y="0"/>
          <a:ext cx="0" cy="0"/>
          <a:chOff x="0" y="0"/>
          <a:chExt cx="0" cy="0"/>
        </a:xfrm>
      </p:grpSpPr>
      <p:sp>
        <p:nvSpPr>
          <p:cNvPr id="1049025" name="Title 1"/>
          <p:cNvSpPr>
            <a:spLocks noGrp="1"/>
          </p:cNvSpPr>
          <p:nvPr>
            <p:ph type="title"/>
          </p:nvPr>
        </p:nvSpPr>
        <p:spPr>
          <a:xfrm>
            <a:off x="629841" y="273844"/>
            <a:ext cx="7886700" cy="994172"/>
          </a:xfrm>
        </p:spPr>
        <p:txBody>
          <a:bodyPr/>
          <a:p>
            <a:r>
              <a:rPr altLang="en-US" lang="zh-CN" smtClean="0"/>
              <a:t>单击此处编辑母版标题样式</a:t>
            </a:r>
            <a:endParaRPr dirty="0" lang="en-US"/>
          </a:p>
        </p:txBody>
      </p:sp>
      <p:sp>
        <p:nvSpPr>
          <p:cNvPr id="1049026" name="Text Placeholder 2"/>
          <p:cNvSpPr>
            <a:spLocks noGrp="1"/>
          </p:cNvSpPr>
          <p:nvPr>
            <p:ph type="body" idx="1"/>
          </p:nvPr>
        </p:nvSpPr>
        <p:spPr>
          <a:xfrm>
            <a:off x="629842" y="1260872"/>
            <a:ext cx="3868340" cy="617934"/>
          </a:xfrm>
        </p:spPr>
        <p:txBody>
          <a:bodyPr anchor="b"/>
          <a:lstStyle>
            <a:lvl1pPr indent="0" marL="0">
              <a:buNone/>
              <a:defRPr b="1" sz="1800"/>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ltLang="en-US" lang="zh-CN" smtClean="0"/>
              <a:t>单击此处编辑母版文本样式</a:t>
            </a:r>
          </a:p>
        </p:txBody>
      </p:sp>
      <p:sp>
        <p:nvSpPr>
          <p:cNvPr id="1049027" name="Content Placeholder 3"/>
          <p:cNvSpPr>
            <a:spLocks noGrp="1"/>
          </p:cNvSpPr>
          <p:nvPr>
            <p:ph sz="half" idx="2"/>
          </p:nvPr>
        </p:nvSpPr>
        <p:spPr>
          <a:xfrm>
            <a:off x="629842" y="1878806"/>
            <a:ext cx="3868340" cy="2763441"/>
          </a:xfrm>
        </p:spPr>
        <p:txBody>
          <a:bodyPr/>
          <a:p>
            <a:pPr lvl="0"/>
            <a:r>
              <a:rPr altLang="en-US" lang="zh-CN" smtClean="0"/>
              <a:t>单击此处编辑母版文本样式</a:t>
            </a:r>
          </a:p>
          <a:p>
            <a:pPr lvl="1"/>
            <a:r>
              <a:rPr altLang="en-US" lang="zh-CN" smtClean="0"/>
              <a:t>第二级</a:t>
            </a:r>
          </a:p>
          <a:p>
            <a:pPr lvl="2"/>
            <a:r>
              <a:rPr altLang="en-US" lang="zh-CN" smtClean="0"/>
              <a:t>第三级</a:t>
            </a:r>
          </a:p>
          <a:p>
            <a:pPr lvl="3"/>
            <a:r>
              <a:rPr altLang="en-US" lang="zh-CN" smtClean="0"/>
              <a:t>第四级</a:t>
            </a:r>
          </a:p>
          <a:p>
            <a:pPr lvl="4"/>
            <a:r>
              <a:rPr altLang="en-US" lang="zh-CN" smtClean="0"/>
              <a:t>第五级</a:t>
            </a:r>
            <a:endParaRPr dirty="0" lang="en-US"/>
          </a:p>
        </p:txBody>
      </p:sp>
      <p:sp>
        <p:nvSpPr>
          <p:cNvPr id="1049028" name="Text Placeholder 4"/>
          <p:cNvSpPr>
            <a:spLocks noGrp="1"/>
          </p:cNvSpPr>
          <p:nvPr>
            <p:ph type="body" sz="quarter" idx="3"/>
          </p:nvPr>
        </p:nvSpPr>
        <p:spPr>
          <a:xfrm>
            <a:off x="4629150" y="1260872"/>
            <a:ext cx="3887391" cy="617934"/>
          </a:xfrm>
        </p:spPr>
        <p:txBody>
          <a:bodyPr anchor="b"/>
          <a:lstStyle>
            <a:lvl1pPr indent="0" marL="0">
              <a:buNone/>
              <a:defRPr b="1" sz="1800"/>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ltLang="en-US" lang="zh-CN" smtClean="0"/>
              <a:t>单击此处编辑母版文本样式</a:t>
            </a:r>
          </a:p>
        </p:txBody>
      </p:sp>
      <p:sp>
        <p:nvSpPr>
          <p:cNvPr id="1049029" name="Content Placeholder 5"/>
          <p:cNvSpPr>
            <a:spLocks noGrp="1"/>
          </p:cNvSpPr>
          <p:nvPr>
            <p:ph sz="quarter" idx="4"/>
          </p:nvPr>
        </p:nvSpPr>
        <p:spPr>
          <a:xfrm>
            <a:off x="4629150" y="1878806"/>
            <a:ext cx="3887391" cy="2763441"/>
          </a:xfrm>
        </p:spPr>
        <p:txBody>
          <a:bodyPr/>
          <a:p>
            <a:pPr lvl="0"/>
            <a:r>
              <a:rPr altLang="en-US" lang="zh-CN" smtClean="0"/>
              <a:t>单击此处编辑母版文本样式</a:t>
            </a:r>
          </a:p>
          <a:p>
            <a:pPr lvl="1"/>
            <a:r>
              <a:rPr altLang="en-US" lang="zh-CN" smtClean="0"/>
              <a:t>第二级</a:t>
            </a:r>
          </a:p>
          <a:p>
            <a:pPr lvl="2"/>
            <a:r>
              <a:rPr altLang="en-US" lang="zh-CN" smtClean="0"/>
              <a:t>第三级</a:t>
            </a:r>
          </a:p>
          <a:p>
            <a:pPr lvl="3"/>
            <a:r>
              <a:rPr altLang="en-US" lang="zh-CN" smtClean="0"/>
              <a:t>第四级</a:t>
            </a:r>
          </a:p>
          <a:p>
            <a:pPr lvl="4"/>
            <a:r>
              <a:rPr altLang="en-US" lang="zh-CN" smtClean="0"/>
              <a:t>第五级</a:t>
            </a:r>
            <a:endParaRPr dirty="0" lang="en-US"/>
          </a:p>
        </p:txBody>
      </p:sp>
      <p:sp>
        <p:nvSpPr>
          <p:cNvPr id="1049030" name="Date Placeholder 6"/>
          <p:cNvSpPr>
            <a:spLocks noGrp="1"/>
          </p:cNvSpPr>
          <p:nvPr>
            <p:ph type="dt" sz="half" idx="10"/>
          </p:nvPr>
        </p:nvSpPr>
        <p:spPr/>
        <p:txBody>
          <a:bodyPr/>
          <a:p>
            <a:fld id="{16E5758D-A3C3-4E88-8AC0-22500507BD7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31" name="Footer Placeholder 7"/>
          <p:cNvSpPr>
            <a:spLocks noGrp="1"/>
          </p:cNvSpPr>
          <p:nvPr>
            <p:ph type="ftr" sz="quarter" idx="11"/>
          </p:nvPr>
        </p:nvSpPr>
        <p:spPr/>
        <p:txBody>
          <a:bodyPr/>
          <a:p>
            <a:endParaRPr altLang="en-US" lang="zh-CN">
              <a:solidFill>
                <a:prstClr val="black">
                  <a:tint val="75000"/>
                </a:prstClr>
              </a:solidFill>
            </a:endParaRPr>
          </a:p>
        </p:txBody>
      </p:sp>
      <p:sp>
        <p:nvSpPr>
          <p:cNvPr id="1049032" name="Slide Number Placeholder 8"/>
          <p:cNvSpPr>
            <a:spLocks noGrp="1"/>
          </p:cNvSpPr>
          <p:nvPr>
            <p:ph type="sldNum" sz="quarter" idx="12"/>
          </p:nvPr>
        </p:nvSpPr>
        <p:spPr/>
        <p:txBody>
          <a:bodyPr/>
          <a:p>
            <a:fld id="{AA4E786F-588D-4932-A7B2-AE3451FA4ACA}"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type="titleOnly">
  <p:cSld name="仅标题">
    <p:spTree>
      <p:nvGrpSpPr>
        <p:cNvPr id="288" name=""/>
        <p:cNvGrpSpPr/>
        <p:nvPr/>
      </p:nvGrpSpPr>
      <p:grpSpPr>
        <a:xfrm>
          <a:off x="0" y="0"/>
          <a:ext cx="0" cy="0"/>
          <a:chOff x="0" y="0"/>
          <a:chExt cx="0" cy="0"/>
        </a:xfrm>
      </p:grpSpPr>
      <p:sp>
        <p:nvSpPr>
          <p:cNvPr id="1049000" name="Title 1"/>
          <p:cNvSpPr>
            <a:spLocks noGrp="1"/>
          </p:cNvSpPr>
          <p:nvPr>
            <p:ph type="title"/>
          </p:nvPr>
        </p:nvSpPr>
        <p:spPr/>
        <p:txBody>
          <a:bodyPr/>
          <a:p>
            <a:r>
              <a:rPr altLang="en-US" lang="zh-CN" smtClean="0"/>
              <a:t>单击此处编辑母版标题样式</a:t>
            </a:r>
            <a:endParaRPr dirty="0" lang="en-US"/>
          </a:p>
        </p:txBody>
      </p:sp>
      <p:sp>
        <p:nvSpPr>
          <p:cNvPr id="1049001" name="Date Placeholder 2"/>
          <p:cNvSpPr>
            <a:spLocks noGrp="1"/>
          </p:cNvSpPr>
          <p:nvPr>
            <p:ph type="dt" sz="half" idx="10"/>
          </p:nvPr>
        </p:nvSpPr>
        <p:spPr/>
        <p:txBody>
          <a:bodyPr/>
          <a:p>
            <a:fld id="{16E5758D-A3C3-4E88-8AC0-22500507BD7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02" name="Footer Placeholder 3"/>
          <p:cNvSpPr>
            <a:spLocks noGrp="1"/>
          </p:cNvSpPr>
          <p:nvPr>
            <p:ph type="ftr" sz="quarter" idx="11"/>
          </p:nvPr>
        </p:nvSpPr>
        <p:spPr/>
        <p:txBody>
          <a:bodyPr/>
          <a:p>
            <a:endParaRPr altLang="en-US" lang="zh-CN">
              <a:solidFill>
                <a:prstClr val="black">
                  <a:tint val="75000"/>
                </a:prstClr>
              </a:solidFill>
            </a:endParaRPr>
          </a:p>
        </p:txBody>
      </p:sp>
      <p:sp>
        <p:nvSpPr>
          <p:cNvPr id="1049003" name="Slide Number Placeholder 4"/>
          <p:cNvSpPr>
            <a:spLocks noGrp="1"/>
          </p:cNvSpPr>
          <p:nvPr>
            <p:ph type="sldNum" sz="quarter" idx="12"/>
          </p:nvPr>
        </p:nvSpPr>
        <p:spPr/>
        <p:txBody>
          <a:bodyPr/>
          <a:p>
            <a:fld id="{AA4E786F-588D-4932-A7B2-AE3451FA4ACA}"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type="blank">
  <p:cSld name="空白">
    <p:spTree>
      <p:nvGrpSpPr>
        <p:cNvPr id="284" name=""/>
        <p:cNvGrpSpPr/>
        <p:nvPr/>
      </p:nvGrpSpPr>
      <p:grpSpPr>
        <a:xfrm>
          <a:off x="0" y="0"/>
          <a:ext cx="0" cy="0"/>
          <a:chOff x="0" y="0"/>
          <a:chExt cx="0" cy="0"/>
        </a:xfrm>
      </p:grpSpPr>
      <p:sp>
        <p:nvSpPr>
          <p:cNvPr id="1048991" name="Date Placeholder 1"/>
          <p:cNvSpPr>
            <a:spLocks noGrp="1"/>
          </p:cNvSpPr>
          <p:nvPr>
            <p:ph type="dt" sz="half" idx="10"/>
          </p:nvPr>
        </p:nvSpPr>
        <p:spPr/>
        <p:txBody>
          <a:bodyPr/>
          <a:p>
            <a:fld id="{16E5758D-A3C3-4E88-8AC0-22500507BD7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992" name="Footer Placeholder 2"/>
          <p:cNvSpPr>
            <a:spLocks noGrp="1"/>
          </p:cNvSpPr>
          <p:nvPr>
            <p:ph type="ftr" sz="quarter" idx="11"/>
          </p:nvPr>
        </p:nvSpPr>
        <p:spPr/>
        <p:txBody>
          <a:bodyPr/>
          <a:p>
            <a:endParaRPr altLang="en-US" lang="zh-CN">
              <a:solidFill>
                <a:prstClr val="black">
                  <a:tint val="75000"/>
                </a:prstClr>
              </a:solidFill>
            </a:endParaRPr>
          </a:p>
        </p:txBody>
      </p:sp>
      <p:sp>
        <p:nvSpPr>
          <p:cNvPr id="1048993" name="Slide Number Placeholder 3"/>
          <p:cNvSpPr>
            <a:spLocks noGrp="1"/>
          </p:cNvSpPr>
          <p:nvPr>
            <p:ph type="sldNum" sz="quarter" idx="12"/>
          </p:nvPr>
        </p:nvSpPr>
        <p:spPr/>
        <p:txBody>
          <a:bodyPr/>
          <a:p>
            <a:fld id="{AA4E786F-588D-4932-A7B2-AE3451FA4ACA}"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type="objTx">
  <p:cSld name="内容与标题">
    <p:spTree>
      <p:nvGrpSpPr>
        <p:cNvPr id="296" name=""/>
        <p:cNvGrpSpPr/>
        <p:nvPr/>
      </p:nvGrpSpPr>
      <p:grpSpPr>
        <a:xfrm>
          <a:off x="0" y="0"/>
          <a:ext cx="0" cy="0"/>
          <a:chOff x="0" y="0"/>
          <a:chExt cx="0" cy="0"/>
        </a:xfrm>
      </p:grpSpPr>
      <p:sp>
        <p:nvSpPr>
          <p:cNvPr id="1049043" name="Title 1"/>
          <p:cNvSpPr>
            <a:spLocks noGrp="1"/>
          </p:cNvSpPr>
          <p:nvPr>
            <p:ph type="title"/>
          </p:nvPr>
        </p:nvSpPr>
        <p:spPr>
          <a:xfrm>
            <a:off x="629841" y="342900"/>
            <a:ext cx="2949178" cy="1200150"/>
          </a:xfrm>
        </p:spPr>
        <p:txBody>
          <a:bodyPr anchor="b"/>
          <a:lstStyle>
            <a:lvl1pPr>
              <a:defRPr sz="2400"/>
            </a:lvl1pPr>
          </a:lstStyle>
          <a:p>
            <a:r>
              <a:rPr altLang="en-US" lang="zh-CN" smtClean="0"/>
              <a:t>单击此处编辑母版标题样式</a:t>
            </a:r>
            <a:endParaRPr dirty="0" lang="en-US"/>
          </a:p>
        </p:txBody>
      </p:sp>
      <p:sp>
        <p:nvSpPr>
          <p:cNvPr id="1049044"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altLang="en-US" lang="zh-CN" smtClean="0"/>
              <a:t>单击此处编辑母版文本样式</a:t>
            </a:r>
          </a:p>
          <a:p>
            <a:pPr lvl="1"/>
            <a:r>
              <a:rPr altLang="en-US" lang="zh-CN" smtClean="0"/>
              <a:t>第二级</a:t>
            </a:r>
          </a:p>
          <a:p>
            <a:pPr lvl="2"/>
            <a:r>
              <a:rPr altLang="en-US" lang="zh-CN" smtClean="0"/>
              <a:t>第三级</a:t>
            </a:r>
          </a:p>
          <a:p>
            <a:pPr lvl="3"/>
            <a:r>
              <a:rPr altLang="en-US" lang="zh-CN" smtClean="0"/>
              <a:t>第四级</a:t>
            </a:r>
          </a:p>
          <a:p>
            <a:pPr lvl="4"/>
            <a:r>
              <a:rPr altLang="en-US" lang="zh-CN" smtClean="0"/>
              <a:t>第五级</a:t>
            </a:r>
            <a:endParaRPr dirty="0" lang="en-US"/>
          </a:p>
        </p:txBody>
      </p:sp>
      <p:sp>
        <p:nvSpPr>
          <p:cNvPr id="1049045" name="Text Placeholder 3"/>
          <p:cNvSpPr>
            <a:spLocks noGrp="1"/>
          </p:cNvSpPr>
          <p:nvPr>
            <p:ph type="body" sz="half" idx="2"/>
          </p:nvPr>
        </p:nvSpPr>
        <p:spPr>
          <a:xfrm>
            <a:off x="629841" y="1543050"/>
            <a:ext cx="2949178" cy="2858691"/>
          </a:xfrm>
        </p:spPr>
        <p:txBody>
          <a:bodyPr/>
          <a:lstStyle>
            <a:lvl1pPr indent="0" marL="0">
              <a:buNone/>
              <a:defRPr sz="1200"/>
            </a:lvl1pPr>
            <a:lvl2pPr indent="0" marL="342900">
              <a:buNone/>
              <a:defRPr sz="1050"/>
            </a:lvl2pPr>
            <a:lvl3pPr indent="0" marL="685800">
              <a:buNone/>
              <a:defRPr sz="900"/>
            </a:lvl3pPr>
            <a:lvl4pPr indent="0" marL="1028700">
              <a:buNone/>
              <a:defRPr sz="750"/>
            </a:lvl4pPr>
            <a:lvl5pPr indent="0" marL="1371600">
              <a:buNone/>
              <a:defRPr sz="750"/>
            </a:lvl5pPr>
            <a:lvl6pPr indent="0" marL="1714500">
              <a:buNone/>
              <a:defRPr sz="750"/>
            </a:lvl6pPr>
            <a:lvl7pPr indent="0" marL="2057400">
              <a:buNone/>
              <a:defRPr sz="750"/>
            </a:lvl7pPr>
            <a:lvl8pPr indent="0" marL="2400300">
              <a:buNone/>
              <a:defRPr sz="750"/>
            </a:lvl8pPr>
            <a:lvl9pPr indent="0" marL="2743200">
              <a:buNone/>
              <a:defRPr sz="750"/>
            </a:lvl9pPr>
          </a:lstStyle>
          <a:p>
            <a:pPr lvl="0"/>
            <a:r>
              <a:rPr altLang="en-US" lang="zh-CN" smtClean="0"/>
              <a:t>单击此处编辑母版文本样式</a:t>
            </a:r>
          </a:p>
        </p:txBody>
      </p:sp>
      <p:sp>
        <p:nvSpPr>
          <p:cNvPr id="1049046" name="Date Placeholder 4"/>
          <p:cNvSpPr>
            <a:spLocks noGrp="1"/>
          </p:cNvSpPr>
          <p:nvPr>
            <p:ph type="dt" sz="half" idx="10"/>
          </p:nvPr>
        </p:nvSpPr>
        <p:spPr/>
        <p:txBody>
          <a:bodyPr/>
          <a:p>
            <a:fld id="{16E5758D-A3C3-4E88-8AC0-22500507BD7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47" name="Footer Placeholder 5"/>
          <p:cNvSpPr>
            <a:spLocks noGrp="1"/>
          </p:cNvSpPr>
          <p:nvPr>
            <p:ph type="ftr" sz="quarter" idx="11"/>
          </p:nvPr>
        </p:nvSpPr>
        <p:spPr/>
        <p:txBody>
          <a:bodyPr/>
          <a:p>
            <a:endParaRPr altLang="en-US" lang="zh-CN">
              <a:solidFill>
                <a:prstClr val="black">
                  <a:tint val="75000"/>
                </a:prstClr>
              </a:solidFill>
            </a:endParaRPr>
          </a:p>
        </p:txBody>
      </p:sp>
      <p:sp>
        <p:nvSpPr>
          <p:cNvPr id="1049048" name="Slide Number Placeholder 6"/>
          <p:cNvSpPr>
            <a:spLocks noGrp="1"/>
          </p:cNvSpPr>
          <p:nvPr>
            <p:ph type="sldNum" sz="quarter" idx="12"/>
          </p:nvPr>
        </p:nvSpPr>
        <p:spPr/>
        <p:txBody>
          <a:bodyPr/>
          <a:p>
            <a:fld id="{AA4E786F-588D-4932-A7B2-AE3451FA4ACA}"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type="picTx">
  <p:cSld name="图片与标题">
    <p:spTree>
      <p:nvGrpSpPr>
        <p:cNvPr id="297" name=""/>
        <p:cNvGrpSpPr/>
        <p:nvPr/>
      </p:nvGrpSpPr>
      <p:grpSpPr>
        <a:xfrm>
          <a:off x="0" y="0"/>
          <a:ext cx="0" cy="0"/>
          <a:chOff x="0" y="0"/>
          <a:chExt cx="0" cy="0"/>
        </a:xfrm>
      </p:grpSpPr>
      <p:sp>
        <p:nvSpPr>
          <p:cNvPr id="1049049" name="Title 1"/>
          <p:cNvSpPr>
            <a:spLocks noGrp="1"/>
          </p:cNvSpPr>
          <p:nvPr>
            <p:ph type="title"/>
          </p:nvPr>
        </p:nvSpPr>
        <p:spPr>
          <a:xfrm>
            <a:off x="629841" y="342900"/>
            <a:ext cx="2949178" cy="1200150"/>
          </a:xfrm>
        </p:spPr>
        <p:txBody>
          <a:bodyPr anchor="b"/>
          <a:lstStyle>
            <a:lvl1pPr>
              <a:defRPr sz="2400"/>
            </a:lvl1pPr>
          </a:lstStyle>
          <a:p>
            <a:r>
              <a:rPr altLang="en-US" lang="zh-CN" smtClean="0"/>
              <a:t>单击此处编辑母版标题样式</a:t>
            </a:r>
            <a:endParaRPr dirty="0" lang="en-US"/>
          </a:p>
        </p:txBody>
      </p:sp>
      <p:sp>
        <p:nvSpPr>
          <p:cNvPr id="1049050" name="Picture Placeholder 2"/>
          <p:cNvSpPr>
            <a:spLocks noChangeAspect="1" noGrp="1"/>
          </p:cNvSpPr>
          <p:nvPr>
            <p:ph type="pic" idx="1"/>
          </p:nvPr>
        </p:nvSpPr>
        <p:spPr>
          <a:xfrm>
            <a:off x="3887391" y="740569"/>
            <a:ext cx="4629150" cy="3655219"/>
          </a:xfrm>
        </p:spPr>
        <p:txBody>
          <a:bodyPr anchor="t"/>
          <a:lstStyle>
            <a:lvl1pPr indent="0" marL="0">
              <a:buNone/>
              <a:defRPr sz="2400"/>
            </a:lvl1pPr>
            <a:lvl2pPr indent="0" marL="342900">
              <a:buNone/>
              <a:defRPr sz="2100"/>
            </a:lvl2pPr>
            <a:lvl3pPr indent="0" marL="685800">
              <a:buNone/>
              <a:defRPr sz="1800"/>
            </a:lvl3pPr>
            <a:lvl4pPr indent="0" marL="1028700">
              <a:buNone/>
              <a:defRPr sz="1500"/>
            </a:lvl4pPr>
            <a:lvl5pPr indent="0" marL="1371600">
              <a:buNone/>
              <a:defRPr sz="1500"/>
            </a:lvl5pPr>
            <a:lvl6pPr indent="0" marL="1714500">
              <a:buNone/>
              <a:defRPr sz="1500"/>
            </a:lvl6pPr>
            <a:lvl7pPr indent="0" marL="2057400">
              <a:buNone/>
              <a:defRPr sz="1500"/>
            </a:lvl7pPr>
            <a:lvl8pPr indent="0" marL="2400300">
              <a:buNone/>
              <a:defRPr sz="1500"/>
            </a:lvl8pPr>
            <a:lvl9pPr indent="0" marL="2743200">
              <a:buNone/>
              <a:defRPr sz="1500"/>
            </a:lvl9pPr>
          </a:lstStyle>
          <a:p>
            <a:r>
              <a:rPr altLang="en-US" lang="zh-CN" smtClean="0"/>
              <a:t>单击图标添加图片</a:t>
            </a:r>
            <a:endParaRPr dirty="0" lang="en-US"/>
          </a:p>
        </p:txBody>
      </p:sp>
      <p:sp>
        <p:nvSpPr>
          <p:cNvPr id="1049051" name="Text Placeholder 3"/>
          <p:cNvSpPr>
            <a:spLocks noGrp="1"/>
          </p:cNvSpPr>
          <p:nvPr>
            <p:ph type="body" sz="half" idx="2"/>
          </p:nvPr>
        </p:nvSpPr>
        <p:spPr>
          <a:xfrm>
            <a:off x="629841" y="1543050"/>
            <a:ext cx="2949178" cy="2858691"/>
          </a:xfrm>
        </p:spPr>
        <p:txBody>
          <a:bodyPr/>
          <a:lstStyle>
            <a:lvl1pPr indent="0" marL="0">
              <a:buNone/>
              <a:defRPr sz="1200"/>
            </a:lvl1pPr>
            <a:lvl2pPr indent="0" marL="342900">
              <a:buNone/>
              <a:defRPr sz="1050"/>
            </a:lvl2pPr>
            <a:lvl3pPr indent="0" marL="685800">
              <a:buNone/>
              <a:defRPr sz="900"/>
            </a:lvl3pPr>
            <a:lvl4pPr indent="0" marL="1028700">
              <a:buNone/>
              <a:defRPr sz="750"/>
            </a:lvl4pPr>
            <a:lvl5pPr indent="0" marL="1371600">
              <a:buNone/>
              <a:defRPr sz="750"/>
            </a:lvl5pPr>
            <a:lvl6pPr indent="0" marL="1714500">
              <a:buNone/>
              <a:defRPr sz="750"/>
            </a:lvl6pPr>
            <a:lvl7pPr indent="0" marL="2057400">
              <a:buNone/>
              <a:defRPr sz="750"/>
            </a:lvl7pPr>
            <a:lvl8pPr indent="0" marL="2400300">
              <a:buNone/>
              <a:defRPr sz="750"/>
            </a:lvl8pPr>
            <a:lvl9pPr indent="0" marL="2743200">
              <a:buNone/>
              <a:defRPr sz="750"/>
            </a:lvl9pPr>
          </a:lstStyle>
          <a:p>
            <a:pPr lvl="0"/>
            <a:r>
              <a:rPr altLang="en-US" lang="zh-CN" smtClean="0"/>
              <a:t>单击此处编辑母版文本样式</a:t>
            </a:r>
          </a:p>
        </p:txBody>
      </p:sp>
      <p:sp>
        <p:nvSpPr>
          <p:cNvPr id="1049052" name="Date Placeholder 4"/>
          <p:cNvSpPr>
            <a:spLocks noGrp="1"/>
          </p:cNvSpPr>
          <p:nvPr>
            <p:ph type="dt" sz="half" idx="10"/>
          </p:nvPr>
        </p:nvSpPr>
        <p:spPr/>
        <p:txBody>
          <a:bodyPr/>
          <a:p>
            <a:fld id="{16E5758D-A3C3-4E88-8AC0-22500507BD7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53" name="Footer Placeholder 5"/>
          <p:cNvSpPr>
            <a:spLocks noGrp="1"/>
          </p:cNvSpPr>
          <p:nvPr>
            <p:ph type="ftr" sz="quarter" idx="11"/>
          </p:nvPr>
        </p:nvSpPr>
        <p:spPr/>
        <p:txBody>
          <a:bodyPr/>
          <a:p>
            <a:endParaRPr altLang="en-US" lang="zh-CN">
              <a:solidFill>
                <a:prstClr val="black">
                  <a:tint val="75000"/>
                </a:prstClr>
              </a:solidFill>
            </a:endParaRPr>
          </a:p>
        </p:txBody>
      </p:sp>
      <p:sp>
        <p:nvSpPr>
          <p:cNvPr id="1049054" name="Slide Number Placeholder 6"/>
          <p:cNvSpPr>
            <a:spLocks noGrp="1"/>
          </p:cNvSpPr>
          <p:nvPr>
            <p:ph type="sldNum" sz="quarter" idx="12"/>
          </p:nvPr>
        </p:nvSpPr>
        <p:spPr/>
        <p:txBody>
          <a:bodyPr/>
          <a:p>
            <a:fld id="{AA4E786F-588D-4932-A7B2-AE3451FA4ACA}"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type="vertTx">
  <p:cSld name="标题和竖排文字">
    <p:spTree>
      <p:nvGrpSpPr>
        <p:cNvPr id="294" name=""/>
        <p:cNvGrpSpPr/>
        <p:nvPr/>
      </p:nvGrpSpPr>
      <p:grpSpPr>
        <a:xfrm>
          <a:off x="0" y="0"/>
          <a:ext cx="0" cy="0"/>
          <a:chOff x="0" y="0"/>
          <a:chExt cx="0" cy="0"/>
        </a:xfrm>
      </p:grpSpPr>
      <p:sp>
        <p:nvSpPr>
          <p:cNvPr id="1049033" name="Title 1"/>
          <p:cNvSpPr>
            <a:spLocks noGrp="1"/>
          </p:cNvSpPr>
          <p:nvPr>
            <p:ph type="title"/>
          </p:nvPr>
        </p:nvSpPr>
        <p:spPr/>
        <p:txBody>
          <a:bodyPr/>
          <a:p>
            <a:r>
              <a:rPr altLang="en-US" lang="zh-CN" smtClean="0"/>
              <a:t>单击此处编辑母版标题样式</a:t>
            </a:r>
            <a:endParaRPr dirty="0" lang="en-US"/>
          </a:p>
        </p:txBody>
      </p:sp>
      <p:sp>
        <p:nvSpPr>
          <p:cNvPr id="1049034" name="Vertical Text Placeholder 2"/>
          <p:cNvSpPr>
            <a:spLocks noGrp="1"/>
          </p:cNvSpPr>
          <p:nvPr>
            <p:ph type="body" orient="vert" idx="1"/>
          </p:nvPr>
        </p:nvSpPr>
        <p:spPr/>
        <p:txBody>
          <a:bodyPr vert="eaVert"/>
          <a:p>
            <a:pPr lvl="0"/>
            <a:r>
              <a:rPr altLang="en-US" lang="zh-CN" smtClean="0"/>
              <a:t>单击此处编辑母版文本样式</a:t>
            </a:r>
          </a:p>
          <a:p>
            <a:pPr lvl="1"/>
            <a:r>
              <a:rPr altLang="en-US" lang="zh-CN" smtClean="0"/>
              <a:t>第二级</a:t>
            </a:r>
          </a:p>
          <a:p>
            <a:pPr lvl="2"/>
            <a:r>
              <a:rPr altLang="en-US" lang="zh-CN" smtClean="0"/>
              <a:t>第三级</a:t>
            </a:r>
          </a:p>
          <a:p>
            <a:pPr lvl="3"/>
            <a:r>
              <a:rPr altLang="en-US" lang="zh-CN" smtClean="0"/>
              <a:t>第四级</a:t>
            </a:r>
          </a:p>
          <a:p>
            <a:pPr lvl="4"/>
            <a:r>
              <a:rPr altLang="en-US" lang="zh-CN" smtClean="0"/>
              <a:t>第五级</a:t>
            </a:r>
            <a:endParaRPr dirty="0" lang="en-US"/>
          </a:p>
        </p:txBody>
      </p:sp>
      <p:sp>
        <p:nvSpPr>
          <p:cNvPr id="1049035" name="Date Placeholder 3"/>
          <p:cNvSpPr>
            <a:spLocks noGrp="1"/>
          </p:cNvSpPr>
          <p:nvPr>
            <p:ph type="dt" sz="half" idx="10"/>
          </p:nvPr>
        </p:nvSpPr>
        <p:spPr/>
        <p:txBody>
          <a:bodyPr/>
          <a:p>
            <a:fld id="{16E5758D-A3C3-4E88-8AC0-22500507BD7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36" name="Footer Placeholder 4"/>
          <p:cNvSpPr>
            <a:spLocks noGrp="1"/>
          </p:cNvSpPr>
          <p:nvPr>
            <p:ph type="ftr" sz="quarter" idx="11"/>
          </p:nvPr>
        </p:nvSpPr>
        <p:spPr/>
        <p:txBody>
          <a:bodyPr/>
          <a:p>
            <a:endParaRPr altLang="en-US" lang="zh-CN">
              <a:solidFill>
                <a:prstClr val="black">
                  <a:tint val="75000"/>
                </a:prstClr>
              </a:solidFill>
            </a:endParaRPr>
          </a:p>
        </p:txBody>
      </p:sp>
      <p:sp>
        <p:nvSpPr>
          <p:cNvPr id="1049037" name="Slide Number Placeholder 5"/>
          <p:cNvSpPr>
            <a:spLocks noGrp="1"/>
          </p:cNvSpPr>
          <p:nvPr>
            <p:ph type="sldNum" sz="quarter" idx="12"/>
          </p:nvPr>
        </p:nvSpPr>
        <p:spPr/>
        <p:txBody>
          <a:bodyPr/>
          <a:p>
            <a:fld id="{AA4E786F-588D-4932-A7B2-AE3451FA4ACA}"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type="vertTitleAndTx">
  <p:cSld name="垂直排列标题与 文本">
    <p:spTree>
      <p:nvGrpSpPr>
        <p:cNvPr id="295" name=""/>
        <p:cNvGrpSpPr/>
        <p:nvPr/>
      </p:nvGrpSpPr>
      <p:grpSpPr>
        <a:xfrm>
          <a:off x="0" y="0"/>
          <a:ext cx="0" cy="0"/>
          <a:chOff x="0" y="0"/>
          <a:chExt cx="0" cy="0"/>
        </a:xfrm>
      </p:grpSpPr>
      <p:sp>
        <p:nvSpPr>
          <p:cNvPr id="1049038" name="Vertical Title 1"/>
          <p:cNvSpPr>
            <a:spLocks noGrp="1"/>
          </p:cNvSpPr>
          <p:nvPr>
            <p:ph type="title" orient="vert"/>
          </p:nvPr>
        </p:nvSpPr>
        <p:spPr>
          <a:xfrm>
            <a:off x="6543675" y="273844"/>
            <a:ext cx="1971675" cy="4358879"/>
          </a:xfrm>
        </p:spPr>
        <p:txBody>
          <a:bodyPr vert="eaVert"/>
          <a:p>
            <a:r>
              <a:rPr altLang="en-US" lang="zh-CN" smtClean="0"/>
              <a:t>单击此处编辑母版标题样式</a:t>
            </a:r>
            <a:endParaRPr dirty="0" lang="en-US"/>
          </a:p>
        </p:txBody>
      </p:sp>
      <p:sp>
        <p:nvSpPr>
          <p:cNvPr id="1049039" name="Vertical Text Placeholder 2"/>
          <p:cNvSpPr>
            <a:spLocks noGrp="1"/>
          </p:cNvSpPr>
          <p:nvPr>
            <p:ph type="body" orient="vert" idx="1"/>
          </p:nvPr>
        </p:nvSpPr>
        <p:spPr>
          <a:xfrm>
            <a:off x="628650" y="273844"/>
            <a:ext cx="5800725" cy="4358879"/>
          </a:xfrm>
        </p:spPr>
        <p:txBody>
          <a:bodyPr vert="eaVert"/>
          <a:p>
            <a:pPr lvl="0"/>
            <a:r>
              <a:rPr altLang="en-US" lang="zh-CN" smtClean="0"/>
              <a:t>单击此处编辑母版文本样式</a:t>
            </a:r>
          </a:p>
          <a:p>
            <a:pPr lvl="1"/>
            <a:r>
              <a:rPr altLang="en-US" lang="zh-CN" smtClean="0"/>
              <a:t>第二级</a:t>
            </a:r>
          </a:p>
          <a:p>
            <a:pPr lvl="2"/>
            <a:r>
              <a:rPr altLang="en-US" lang="zh-CN" smtClean="0"/>
              <a:t>第三级</a:t>
            </a:r>
          </a:p>
          <a:p>
            <a:pPr lvl="3"/>
            <a:r>
              <a:rPr altLang="en-US" lang="zh-CN" smtClean="0"/>
              <a:t>第四级</a:t>
            </a:r>
          </a:p>
          <a:p>
            <a:pPr lvl="4"/>
            <a:r>
              <a:rPr altLang="en-US" lang="zh-CN" smtClean="0"/>
              <a:t>第五级</a:t>
            </a:r>
            <a:endParaRPr dirty="0" lang="en-US"/>
          </a:p>
        </p:txBody>
      </p:sp>
      <p:sp>
        <p:nvSpPr>
          <p:cNvPr id="1049040" name="Date Placeholder 3"/>
          <p:cNvSpPr>
            <a:spLocks noGrp="1"/>
          </p:cNvSpPr>
          <p:nvPr>
            <p:ph type="dt" sz="half" idx="10"/>
          </p:nvPr>
        </p:nvSpPr>
        <p:spPr/>
        <p:txBody>
          <a:bodyPr/>
          <a:p>
            <a:fld id="{16E5758D-A3C3-4E88-8AC0-22500507BD7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9041" name="Footer Placeholder 4"/>
          <p:cNvSpPr>
            <a:spLocks noGrp="1"/>
          </p:cNvSpPr>
          <p:nvPr>
            <p:ph type="ftr" sz="quarter" idx="11"/>
          </p:nvPr>
        </p:nvSpPr>
        <p:spPr/>
        <p:txBody>
          <a:bodyPr/>
          <a:p>
            <a:endParaRPr altLang="en-US" lang="zh-CN">
              <a:solidFill>
                <a:prstClr val="black">
                  <a:tint val="75000"/>
                </a:prstClr>
              </a:solidFill>
            </a:endParaRPr>
          </a:p>
        </p:txBody>
      </p:sp>
      <p:sp>
        <p:nvSpPr>
          <p:cNvPr id="1049042" name="Slide Number Placeholder 5"/>
          <p:cNvSpPr>
            <a:spLocks noGrp="1"/>
          </p:cNvSpPr>
          <p:nvPr>
            <p:ph type="sldNum" sz="quarter" idx="12"/>
          </p:nvPr>
        </p:nvSpPr>
        <p:spPr/>
        <p:txBody>
          <a:bodyPr/>
          <a:p>
            <a:fld id="{AA4E786F-588D-4932-A7B2-AE3451FA4ACA}" type="slidenum">
              <a:rPr altLang="en-US" lang="zh-CN" smtClean="0">
                <a:solidFill>
                  <a:prstClr val="black">
                    <a:tint val="75000"/>
                  </a:prstClr>
                </a:solidFill>
              </a:rPr>
              <a:t>‹#›</a:t>
            </a:fld>
            <a:endParaRPr altLang="en-US" lang="zh-CN">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tags" Target="../tags/tag56.xml"/><Relationship Id="rId62" Type="http://schemas.openxmlformats.org/officeDocument/2006/relationships/tags" Target="../tags/tag57.xml"/><Relationship Id="rId63" Type="http://schemas.openxmlformats.org/officeDocument/2006/relationships/tags" Target="../tags/tag58.xml"/><Relationship Id="rId64" Type="http://schemas.openxmlformats.org/officeDocument/2006/relationships/tags" Target="../tags/tag59.xml"/><Relationship Id="rId65" Type="http://schemas.openxmlformats.org/officeDocument/2006/relationships/tags" Target="../tags/tag60.xml"/><Relationship Id="rId66" Type="http://schemas.openxmlformats.org/officeDocument/2006/relationships/tags" Target="../tags/tag61.xml"/><Relationship Id="rId6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 Id="rId9" Type="http://schemas.openxmlformats.org/officeDocument/2006/relationships/slideLayout" Target="../slideLayouts/slideLayout69.xml"/><Relationship Id="rId10" Type="http://schemas.openxmlformats.org/officeDocument/2006/relationships/slideLayout" Target="../slideLayouts/slideLayout70.xml"/><Relationship Id="rId11" Type="http://schemas.openxmlformats.org/officeDocument/2006/relationships/slideLayout" Target="../slideLayouts/slideLayout7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FFFFFF"/>
            </a:gs>
            <a:gs pos="100000">
              <a:srgbClr val="DCDCDC"/>
            </a:gs>
          </a:gsLst>
          <a:lin ang="5400000" scaled="0"/>
        </a:gradFill>
        <a:effectLst/>
      </p:bgPr>
    </p:bg>
    <p:spTree>
      <p:nvGrpSpPr>
        <p:cNvPr id="13" name=""/>
        <p:cNvGrpSpPr/>
        <p:nvPr/>
      </p:nvGrpSpPr>
      <p:grpSpPr>
        <a:xfrm>
          <a:off x="0" y="0"/>
          <a:ext cx="0" cy="0"/>
          <a:chOff x="0" y="0"/>
          <a:chExt cx="0" cy="0"/>
        </a:xfrm>
      </p:grpSpPr>
      <p:sp>
        <p:nvSpPr>
          <p:cNvPr id="1048576" name="标题占位符 1"/>
          <p:cNvSpPr>
            <a:spLocks noGrp="1"/>
          </p:cNvSpPr>
          <p:nvPr>
            <p:ph type="title"/>
            <p:custDataLst>
              <p:tags r:id="rId61"/>
            </p:custDataLst>
          </p:nvPr>
        </p:nvSpPr>
        <p:spPr>
          <a:xfrm>
            <a:off x="502412" y="324000"/>
            <a:ext cx="8139178" cy="486000"/>
          </a:xfrm>
          <a:prstGeom prst="rect"/>
        </p:spPr>
        <p:txBody>
          <a:bodyPr anchor="ctr" anchorCtr="0" bIns="38100" lIns="101600" rIns="76200" rtlCol="0" tIns="38100" vert="horz">
            <a:noAutofit/>
          </a:bodyPr>
          <a:p>
            <a:r>
              <a:rPr altLang="en-US" dirty="0" lang="zh-CN"/>
              <a:t>单击此处编辑母版标题样式</a:t>
            </a:r>
          </a:p>
        </p:txBody>
      </p:sp>
      <p:sp>
        <p:nvSpPr>
          <p:cNvPr id="1048577" name="文本占位符 2"/>
          <p:cNvSpPr>
            <a:spLocks noGrp="1"/>
          </p:cNvSpPr>
          <p:nvPr>
            <p:ph type="body" idx="1"/>
            <p:custDataLst>
              <p:tags r:id="rId62"/>
            </p:custDataLst>
          </p:nvPr>
        </p:nvSpPr>
        <p:spPr>
          <a:xfrm>
            <a:off x="502412" y="972000"/>
            <a:ext cx="8139178" cy="3780000"/>
          </a:xfrm>
          <a:prstGeom prst="rect"/>
        </p:spPr>
        <p:txBody>
          <a:bodyPr bIns="0" lIns="101600" rIns="82550" rtlCol="0" tIns="0" vert="horz">
            <a:normAutofit/>
          </a:bodyPr>
          <a:p>
            <a:pPr lvl="0"/>
            <a:r>
              <a:rPr altLang="en-US" dirty="0" lang="zh-CN"/>
              <a:t>单击此处编辑母版文本样式</a:t>
            </a:r>
          </a:p>
          <a:p>
            <a:pPr lvl="1"/>
            <a:r>
              <a:rPr altLang="en-US" dirty="0" lang="zh-CN"/>
              <a:t>第二级</a:t>
            </a:r>
          </a:p>
          <a:p>
            <a:pPr lvl="2"/>
            <a:r>
              <a:rPr altLang="en-US" dirty="0" lang="zh-CN"/>
              <a:t>第三级</a:t>
            </a:r>
          </a:p>
          <a:p>
            <a:pPr lvl="3"/>
            <a:r>
              <a:rPr altLang="en-US" dirty="0" lang="zh-CN"/>
              <a:t>第四级</a:t>
            </a:r>
          </a:p>
          <a:p>
            <a:pPr lvl="4"/>
            <a:r>
              <a:rPr altLang="en-US" dirty="0" lang="zh-CN"/>
              <a:t>第五级</a:t>
            </a:r>
          </a:p>
        </p:txBody>
      </p:sp>
      <p:sp>
        <p:nvSpPr>
          <p:cNvPr id="1048578" name="日期占位符 3"/>
          <p:cNvSpPr>
            <a:spLocks noGrp="1"/>
          </p:cNvSpPr>
          <p:nvPr>
            <p:ph type="dt" sz="half" idx="2"/>
            <p:custDataLst>
              <p:tags r:id="rId63"/>
            </p:custDataLst>
          </p:nvPr>
        </p:nvSpPr>
        <p:spPr>
          <a:xfrm>
            <a:off x="659807" y="4762375"/>
            <a:ext cx="2025000" cy="237600"/>
          </a:xfrm>
          <a:prstGeom prst="rect"/>
        </p:spPr>
        <p:txBody>
          <a:bodyPr anchor="ctr" bIns="45720" lIns="91440" rIns="91440" rtlCol="0" tIns="45720" vert="horz">
            <a:normAutofit/>
          </a:bodyPr>
          <a:lstStyle>
            <a:lvl1pPr algn="l">
              <a:defRPr sz="900">
                <a:solidFill>
                  <a:schemeClr val="tx1">
                    <a:tint val="75000"/>
                  </a:schemeClr>
                </a:solidFill>
              </a:defRPr>
            </a:lvl1pPr>
          </a:lstStyle>
          <a:p>
            <a:pPr fontAlgn="base">
              <a:spcBef>
                <a:spcPct val="0"/>
              </a:spcBef>
              <a:spcAft>
                <a:spcPct val="0"/>
              </a:spcAft>
            </a:pPr>
            <a:fld id="{760FBDFE-C587-4B4C-A407-44438C67B59E}" type="datetimeFigureOut">
              <a:rPr altLang="en-US" lang="zh-CN" smtClean="0">
                <a:solidFill>
                  <a:prstClr val="black">
                    <a:tint val="75000"/>
                  </a:prstClr>
                </a:solidFill>
                <a:ea typeface="宋体" panose="02010600030101010101" pitchFamily="2" charset="-122"/>
              </a:rPr>
              <a:pPr fontAlgn="base">
                <a:spcBef>
                  <a:spcPct val="0"/>
                </a:spcBef>
                <a:spcAft>
                  <a:spcPct val="0"/>
                </a:spcAft>
              </a:pPr>
              <a:t>2022/2/5</a:t>
            </a:fld>
            <a:endParaRPr altLang="en-US" lang="zh-CN">
              <a:solidFill>
                <a:prstClr val="black">
                  <a:tint val="75000"/>
                </a:prstClr>
              </a:solidFill>
              <a:ea typeface="宋体" panose="02010600030101010101" pitchFamily="2" charset="-122"/>
            </a:endParaRPr>
          </a:p>
        </p:txBody>
      </p:sp>
      <p:sp>
        <p:nvSpPr>
          <p:cNvPr id="1048579" name="页脚占位符 4"/>
          <p:cNvSpPr>
            <a:spLocks noGrp="1"/>
          </p:cNvSpPr>
          <p:nvPr>
            <p:ph type="ftr" sz="quarter" idx="3"/>
            <p:custDataLst>
              <p:tags r:id="rId64"/>
            </p:custDataLst>
          </p:nvPr>
        </p:nvSpPr>
        <p:spPr>
          <a:xfrm>
            <a:off x="3087000" y="4762375"/>
            <a:ext cx="2970000" cy="237600"/>
          </a:xfrm>
          <a:prstGeom prst="rect"/>
        </p:spPr>
        <p:txBody>
          <a:bodyPr anchor="ctr" bIns="45720" lIns="91440" rIns="91440" rtlCol="0" tIns="45720" vert="horz">
            <a:normAutofit/>
          </a:bodyPr>
          <a:lstStyle>
            <a:lvl1pPr algn="ctr">
              <a:defRPr sz="900">
                <a:solidFill>
                  <a:schemeClr val="tx1">
                    <a:tint val="75000"/>
                  </a:schemeClr>
                </a:solidFill>
              </a:defRPr>
            </a:lvl1pPr>
          </a:lstStyle>
          <a:p>
            <a:pPr fontAlgn="base">
              <a:spcBef>
                <a:spcPct val="0"/>
              </a:spcBef>
              <a:spcAft>
                <a:spcPct val="0"/>
              </a:spcAft>
            </a:pPr>
            <a:endParaRPr altLang="en-US" dirty="0" lang="zh-CN">
              <a:solidFill>
                <a:prstClr val="black">
                  <a:tint val="75000"/>
                </a:prstClr>
              </a:solidFill>
              <a:ea typeface="宋体" panose="02010600030101010101" pitchFamily="2" charset="-122"/>
            </a:endParaRPr>
          </a:p>
        </p:txBody>
      </p:sp>
      <p:sp>
        <p:nvSpPr>
          <p:cNvPr id="1048580" name="灯片编号占位符 5"/>
          <p:cNvSpPr>
            <a:spLocks noGrp="1"/>
          </p:cNvSpPr>
          <p:nvPr>
            <p:ph type="sldNum" sz="quarter" idx="4"/>
            <p:custDataLst>
              <p:tags r:id="rId65"/>
            </p:custDataLst>
          </p:nvPr>
        </p:nvSpPr>
        <p:spPr>
          <a:xfrm>
            <a:off x="6457950" y="4762375"/>
            <a:ext cx="2025000" cy="237600"/>
          </a:xfrm>
          <a:prstGeom prst="rect"/>
        </p:spPr>
        <p:txBody>
          <a:bodyPr anchor="ctr" bIns="45720" lIns="91440" rIns="91440" rtlCol="0" tIns="45720" vert="horz">
            <a:normAutofit/>
          </a:bodyPr>
          <a:lstStyle>
            <a:lvl1pPr algn="r">
              <a:defRPr sz="900">
                <a:solidFill>
                  <a:schemeClr val="tx1">
                    <a:tint val="75000"/>
                  </a:schemeClr>
                </a:solidFill>
              </a:defRPr>
            </a:lvl1pPr>
          </a:lstStyle>
          <a:p>
            <a:pPr fontAlgn="base">
              <a:spcBef>
                <a:spcPct val="0"/>
              </a:spcBef>
              <a:spcAft>
                <a:spcPct val="0"/>
              </a:spcAft>
            </a:pPr>
            <a:fld id="{49AE70B2-8BF9-45C0-BB95-33D1B9D3A854}" type="slidenum">
              <a:rPr altLang="en-US" lang="zh-CN" smtClean="0">
                <a:solidFill>
                  <a:prstClr val="black">
                    <a:tint val="75000"/>
                  </a:prstClr>
                </a:solidFill>
                <a:ea typeface="宋体" panose="02010600030101010101" pitchFamily="2" charset="-122"/>
              </a:rPr>
              <a:pPr fontAlgn="base">
                <a:spcBef>
                  <a:spcPct val="0"/>
                </a:spcBef>
                <a:spcAft>
                  <a:spcPct val="0"/>
                </a:spcAft>
              </a:pPr>
              <a:t>‹#›</a:t>
            </a:fld>
            <a:endParaRPr altLang="en-US" dirty="0" lang="zh-CN">
              <a:solidFill>
                <a:prstClr val="black">
                  <a:tint val="75000"/>
                </a:prstClr>
              </a:solidFill>
              <a:ea typeface="宋体" panose="02010600030101010101" pitchFamily="2" charset="-122"/>
            </a:endParaRPr>
          </a:p>
        </p:txBody>
      </p:sp>
      <p:sp>
        <p:nvSpPr>
          <p:cNvPr id="1048581" name="KSO_TEMPLATE" hidden="1"/>
          <p:cNvSpPr/>
          <p:nvPr>
            <p:custDataLst>
              <p:tags r:id="rId66"/>
            </p:custDataLst>
          </p:nvPr>
        </p:nvSpPr>
        <p:spPr>
          <a:xfrm>
            <a:off x="0" y="0"/>
            <a:ext cx="0" cy="0"/>
          </a:xfrm>
          <a:prstGeom prst="rect"/>
        </p:spPr>
        <p:style>
          <a:lnRef idx="2">
            <a:schemeClr val="accent1">
              <a:shade val="50000"/>
            </a:schemeClr>
          </a:lnRef>
          <a:fillRef idx="1">
            <a:schemeClr val="accent1"/>
          </a:fillRef>
          <a:effectRef idx="0">
            <a:schemeClr val="accent1"/>
          </a:effectRef>
          <a:fontRef idx="minor">
            <a:schemeClr val="lt1"/>
          </a:fontRef>
        </p:style>
        <p:txBody>
          <a:bodyPr anchor="ctr" rtlCol="0"/>
          <a:p>
            <a:pPr algn="ctr" fontAlgn="base">
              <a:spcBef>
                <a:spcPct val="0"/>
              </a:spcBef>
              <a:spcAft>
                <a:spcPct val="0"/>
              </a:spcAft>
            </a:pPr>
            <a:endParaRPr altLang="en-US" sz="100" lang="zh-CN">
              <a:solidFill>
                <a:prstClr val="white"/>
              </a:solidFill>
            </a:endParaRPr>
          </a:p>
        </p:txBody>
      </p:sp>
    </p:spTree>
  </p:cSld>
  <p:clrMap accent1="accent1" accent2="accent2" accent3="accent3" accent4="accent4" accent5="accent5" accent6="accent6" bg1="lt1" bg2="lt2" tx1="dk1" tx2="dk2"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 id="2147483680" r:id="rId31"/>
    <p:sldLayoutId id="2147483681" r:id="rId32"/>
    <p:sldLayoutId id="2147483682" r:id="rId33"/>
    <p:sldLayoutId id="2147483683" r:id="rId34"/>
    <p:sldLayoutId id="2147483684" r:id="rId35"/>
    <p:sldLayoutId id="2147483685" r:id="rId36"/>
    <p:sldLayoutId id="2147483686" r:id="rId37"/>
    <p:sldLayoutId id="2147483687" r:id="rId38"/>
    <p:sldLayoutId id="2147483688" r:id="rId39"/>
    <p:sldLayoutId id="2147483689" r:id="rId40"/>
    <p:sldLayoutId id="2147483690" r:id="rId41"/>
    <p:sldLayoutId id="2147483691" r:id="rId42"/>
    <p:sldLayoutId id="2147483692" r:id="rId43"/>
    <p:sldLayoutId id="2147483693" r:id="rId44"/>
    <p:sldLayoutId id="2147483694" r:id="rId45"/>
    <p:sldLayoutId id="2147483695" r:id="rId46"/>
    <p:sldLayoutId id="2147483696" r:id="rId47"/>
    <p:sldLayoutId id="2147483697" r:id="rId48"/>
    <p:sldLayoutId id="2147483698" r:id="rId49"/>
    <p:sldLayoutId id="2147483699" r:id="rId50"/>
    <p:sldLayoutId id="2147483700" r:id="rId51"/>
    <p:sldLayoutId id="2147483701" r:id="rId52"/>
    <p:sldLayoutId id="2147483702" r:id="rId53"/>
    <p:sldLayoutId id="2147483703" r:id="rId54"/>
    <p:sldLayoutId id="2147483704" r:id="rId55"/>
    <p:sldLayoutId id="2147483705" r:id="rId56"/>
    <p:sldLayoutId id="2147483706" r:id="rId57"/>
    <p:sldLayoutId id="2147483707" r:id="rId58"/>
    <p:sldLayoutId id="2147483708" r:id="rId59"/>
    <p:sldLayoutId id="2147483709" r:id="rId60"/>
  </p:sldLayoutIdLst>
  <p:txStyles>
    <p:titleStyle>
      <a:lvl1pPr algn="l" defTabSz="685800" eaLnBrk="1" fontAlgn="auto" hangingPunct="1" latinLnBrk="0" rtl="0">
        <a:lnSpc>
          <a:spcPct val="100000"/>
        </a:lnSpc>
        <a:spcBef>
          <a:spcPct val="0"/>
        </a:spcBef>
        <a:buNone/>
        <a:defRPr b="1" cap="none" sz="2100" kern="1200" normalizeH="0" spc="200" strike="noStrike" u="none">
          <a:solidFill>
            <a:schemeClr val="tx1"/>
          </a:solidFill>
          <a:latin typeface="+mj-lt"/>
          <a:ea typeface="+mj-ea"/>
          <a:cs typeface="+mj-cs"/>
        </a:defRPr>
      </a:lvl1pPr>
    </p:titleStyle>
    <p:bodyStyle>
      <a:lvl1pPr algn="l" defTabSz="685800" eaLnBrk="1" fontAlgn="auto" hangingPunct="1" indent="-171450" latinLnBrk="0" marL="171450" rtl="0">
        <a:lnSpc>
          <a:spcPct val="130000"/>
        </a:lnSpc>
        <a:spcBef>
          <a:spcPts val="0"/>
        </a:spcBef>
        <a:spcAft>
          <a:spcPts val="1000"/>
        </a:spcAft>
        <a:buFont typeface="Arial" panose="020B0604020202020204" pitchFamily="34" charset="0"/>
        <a:buChar char="•"/>
        <a:defRPr baseline="0" cap="none" sz="1200" kern="1200" normalizeH="0" spc="150" strike="noStrike" u="none">
          <a:solidFill>
            <a:schemeClr val="tx1"/>
          </a:solidFill>
          <a:latin typeface="+mn-lt"/>
          <a:ea typeface="+mn-ea"/>
          <a:cs typeface="+mn-cs"/>
        </a:defRPr>
      </a:lvl1pPr>
      <a:lvl2pPr algn="l" defTabSz="685800" eaLnBrk="1" fontAlgn="auto" hangingPunct="1" indent="-171450" latinLnBrk="0" marL="514350" rtl="0">
        <a:lnSpc>
          <a:spcPct val="130000"/>
        </a:lnSpc>
        <a:spcBef>
          <a:spcPts val="0"/>
        </a:spcBef>
        <a:spcAft>
          <a:spcPts val="1000"/>
        </a:spcAft>
        <a:buFont typeface="Arial" panose="020B0604020202020204" pitchFamily="34" charset="0"/>
        <a:buChar char="•"/>
        <a:tabLst>
          <a:tab algn="l" pos="1207135"/>
        </a:tabLst>
        <a:defRPr baseline="0" cap="none" sz="1200" kern="1200" normalizeH="0" spc="150" strike="noStrike" u="none">
          <a:solidFill>
            <a:schemeClr val="tx1"/>
          </a:solidFill>
          <a:latin typeface="+mn-lt"/>
          <a:ea typeface="+mn-ea"/>
          <a:cs typeface="+mn-cs"/>
        </a:defRPr>
      </a:lvl2pPr>
      <a:lvl3pPr algn="l" defTabSz="685800" eaLnBrk="1" fontAlgn="auto" hangingPunct="1" indent="-171450" latinLnBrk="0" marL="857250" rtl="0">
        <a:lnSpc>
          <a:spcPct val="130000"/>
        </a:lnSpc>
        <a:spcBef>
          <a:spcPts val="0"/>
        </a:spcBef>
        <a:spcAft>
          <a:spcPts val="1000"/>
        </a:spcAft>
        <a:buFont typeface="Arial" panose="020B0604020202020204" pitchFamily="34" charset="0"/>
        <a:buChar char="•"/>
        <a:defRPr baseline="0" cap="none" sz="1200" kern="1200" normalizeH="0" spc="150" strike="noStrike" u="none">
          <a:solidFill>
            <a:schemeClr val="tx1"/>
          </a:solidFill>
          <a:latin typeface="+mn-lt"/>
          <a:ea typeface="+mn-ea"/>
          <a:cs typeface="+mn-cs"/>
        </a:defRPr>
      </a:lvl3pPr>
      <a:lvl4pPr algn="l" defTabSz="685800" eaLnBrk="1" fontAlgn="auto" hangingPunct="1" indent="-171450" latinLnBrk="0" marL="1200150" rtl="0">
        <a:lnSpc>
          <a:spcPct val="130000"/>
        </a:lnSpc>
        <a:spcBef>
          <a:spcPts val="0"/>
        </a:spcBef>
        <a:spcAft>
          <a:spcPts val="1000"/>
        </a:spcAft>
        <a:buFont typeface="Arial" panose="020B0604020202020204" pitchFamily="34" charset="0"/>
        <a:buChar char="•"/>
        <a:defRPr baseline="0" cap="none" sz="1200" kern="1200" normalizeH="0" spc="150" strike="noStrike" u="none">
          <a:solidFill>
            <a:schemeClr val="tx1"/>
          </a:solidFill>
          <a:latin typeface="+mn-lt"/>
          <a:ea typeface="+mn-ea"/>
          <a:cs typeface="+mn-cs"/>
        </a:defRPr>
      </a:lvl4pPr>
      <a:lvl5pPr algn="l" defTabSz="685800" eaLnBrk="1" fontAlgn="auto" hangingPunct="1" indent="-171450" latinLnBrk="0" marL="1543050" rtl="0">
        <a:lnSpc>
          <a:spcPct val="130000"/>
        </a:lnSpc>
        <a:spcBef>
          <a:spcPts val="0"/>
        </a:spcBef>
        <a:spcAft>
          <a:spcPts val="1000"/>
        </a:spcAft>
        <a:buFont typeface="Arial" panose="020B0604020202020204" pitchFamily="34" charset="0"/>
        <a:buChar char="•"/>
        <a:defRPr baseline="0" cap="none" sz="1200" kern="1200" normalizeH="0" spc="150" strike="noStrike" u="none">
          <a:solidFill>
            <a:schemeClr val="tx1"/>
          </a:solidFill>
          <a:latin typeface="+mn-lt"/>
          <a:ea typeface="+mn-ea"/>
          <a:cs typeface="+mn-cs"/>
        </a:defRPr>
      </a:lvl5pPr>
      <a:lvl6pPr algn="l" defTabSz="685800" eaLnBrk="1" hangingPunct="1" indent="-171450" latinLnBrk="0" marL="18859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algn="l" defTabSz="685800" eaLnBrk="1" hangingPunct="1" indent="-171450" latinLnBrk="0" marL="22288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algn="l" defTabSz="685800" eaLnBrk="1" hangingPunct="1" indent="-171450" latinLnBrk="0" marL="25717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algn="l" defTabSz="685800" eaLnBrk="1" hangingPunct="1" indent="-171450" latinLnBrk="0" marL="29146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algn="l" defTabSz="685800" eaLnBrk="1" hangingPunct="1" latinLnBrk="0" marL="0" rtl="0">
        <a:defRPr sz="1350" kern="1200">
          <a:solidFill>
            <a:schemeClr val="tx1"/>
          </a:solidFill>
          <a:latin typeface="+mn-lt"/>
          <a:ea typeface="+mn-ea"/>
          <a:cs typeface="+mn-cs"/>
        </a:defRPr>
      </a:lvl1pPr>
      <a:lvl2pPr algn="l" defTabSz="685800" eaLnBrk="1" hangingPunct="1" latinLnBrk="0" marL="342900" rtl="0">
        <a:defRPr sz="1350" kern="1200">
          <a:solidFill>
            <a:schemeClr val="tx1"/>
          </a:solidFill>
          <a:latin typeface="+mn-lt"/>
          <a:ea typeface="+mn-ea"/>
          <a:cs typeface="+mn-cs"/>
        </a:defRPr>
      </a:lvl2pPr>
      <a:lvl3pPr algn="l" defTabSz="685800" eaLnBrk="1" hangingPunct="1" latinLnBrk="0" marL="685800" rtl="0">
        <a:defRPr sz="1350" kern="1200">
          <a:solidFill>
            <a:schemeClr val="tx1"/>
          </a:solidFill>
          <a:latin typeface="+mn-lt"/>
          <a:ea typeface="+mn-ea"/>
          <a:cs typeface="+mn-cs"/>
        </a:defRPr>
      </a:lvl3pPr>
      <a:lvl4pPr algn="l" defTabSz="685800" eaLnBrk="1" hangingPunct="1" latinLnBrk="0" marL="1028700" rtl="0">
        <a:defRPr sz="1350" kern="1200">
          <a:solidFill>
            <a:schemeClr val="tx1"/>
          </a:solidFill>
          <a:latin typeface="+mn-lt"/>
          <a:ea typeface="+mn-ea"/>
          <a:cs typeface="+mn-cs"/>
        </a:defRPr>
      </a:lvl4pPr>
      <a:lvl5pPr algn="l" defTabSz="685800" eaLnBrk="1" hangingPunct="1" latinLnBrk="0" marL="1371600" rtl="0">
        <a:defRPr sz="1350" kern="1200">
          <a:solidFill>
            <a:schemeClr val="tx1"/>
          </a:solidFill>
          <a:latin typeface="+mn-lt"/>
          <a:ea typeface="+mn-ea"/>
          <a:cs typeface="+mn-cs"/>
        </a:defRPr>
      </a:lvl5pPr>
      <a:lvl6pPr algn="l" defTabSz="685800" eaLnBrk="1" hangingPunct="1" latinLnBrk="0" marL="1714500" rtl="0">
        <a:defRPr sz="1350" kern="1200">
          <a:solidFill>
            <a:schemeClr val="tx1"/>
          </a:solidFill>
          <a:latin typeface="+mn-lt"/>
          <a:ea typeface="+mn-ea"/>
          <a:cs typeface="+mn-cs"/>
        </a:defRPr>
      </a:lvl6pPr>
      <a:lvl7pPr algn="l" defTabSz="685800" eaLnBrk="1" hangingPunct="1" latinLnBrk="0" marL="2057400" rtl="0">
        <a:defRPr sz="1350" kern="1200">
          <a:solidFill>
            <a:schemeClr val="tx1"/>
          </a:solidFill>
          <a:latin typeface="+mn-lt"/>
          <a:ea typeface="+mn-ea"/>
          <a:cs typeface="+mn-cs"/>
        </a:defRPr>
      </a:lvl7pPr>
      <a:lvl8pPr algn="l" defTabSz="685800" eaLnBrk="1" hangingPunct="1" latinLnBrk="0" marL="2400300" rtl="0">
        <a:defRPr sz="1350" kern="1200">
          <a:solidFill>
            <a:schemeClr val="tx1"/>
          </a:solidFill>
          <a:latin typeface="+mn-lt"/>
          <a:ea typeface="+mn-ea"/>
          <a:cs typeface="+mn-cs"/>
        </a:defRPr>
      </a:lvl8pPr>
      <a:lvl9pPr algn="l" defTabSz="685800" eaLnBrk="1" hangingPunct="1" latinLnBrk="0" marL="2743200" rtl="0">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272" name=""/>
        <p:cNvGrpSpPr/>
        <p:nvPr/>
      </p:nvGrpSpPr>
      <p:grpSpPr>
        <a:xfrm>
          <a:off x="0" y="0"/>
          <a:ext cx="0" cy="0"/>
          <a:chOff x="0" y="0"/>
          <a:chExt cx="0" cy="0"/>
        </a:xfrm>
      </p:grpSpPr>
      <p:sp>
        <p:nvSpPr>
          <p:cNvPr id="1048986" name="Title Placeholder 1"/>
          <p:cNvSpPr>
            <a:spLocks noGrp="1"/>
          </p:cNvSpPr>
          <p:nvPr>
            <p:ph type="title"/>
          </p:nvPr>
        </p:nvSpPr>
        <p:spPr>
          <a:xfrm>
            <a:off x="628650" y="273844"/>
            <a:ext cx="7886700" cy="994172"/>
          </a:xfrm>
          <a:prstGeom prst="rect"/>
        </p:spPr>
        <p:txBody>
          <a:bodyPr anchor="ctr" bIns="45720" lIns="91440" rIns="91440" rtlCol="0" tIns="45720" vert="horz">
            <a:normAutofit/>
          </a:bodyPr>
          <a:p>
            <a:r>
              <a:rPr altLang="en-US" lang="zh-CN" smtClean="0"/>
              <a:t>单击此处编辑母版标题样式</a:t>
            </a:r>
            <a:endParaRPr dirty="0" lang="en-US"/>
          </a:p>
        </p:txBody>
      </p:sp>
      <p:sp>
        <p:nvSpPr>
          <p:cNvPr id="1048987" name="Text Placeholder 2"/>
          <p:cNvSpPr>
            <a:spLocks noGrp="1"/>
          </p:cNvSpPr>
          <p:nvPr>
            <p:ph type="body" idx="1"/>
          </p:nvPr>
        </p:nvSpPr>
        <p:spPr>
          <a:xfrm>
            <a:off x="628650" y="1369219"/>
            <a:ext cx="7886700" cy="3263504"/>
          </a:xfrm>
          <a:prstGeom prst="rect"/>
        </p:spPr>
        <p:txBody>
          <a:bodyPr bIns="45720" lIns="91440" rIns="91440" rtlCol="0" tIns="45720" vert="horz">
            <a:normAutofit/>
          </a:bodyPr>
          <a:p>
            <a:pPr lvl="0"/>
            <a:r>
              <a:rPr altLang="en-US" lang="zh-CN" smtClean="0"/>
              <a:t>单击此处编辑母版文本样式</a:t>
            </a:r>
          </a:p>
          <a:p>
            <a:pPr lvl="1"/>
            <a:r>
              <a:rPr altLang="en-US" lang="zh-CN" smtClean="0"/>
              <a:t>第二级</a:t>
            </a:r>
          </a:p>
          <a:p>
            <a:pPr lvl="2"/>
            <a:r>
              <a:rPr altLang="en-US" lang="zh-CN" smtClean="0"/>
              <a:t>第三级</a:t>
            </a:r>
          </a:p>
          <a:p>
            <a:pPr lvl="3"/>
            <a:r>
              <a:rPr altLang="en-US" lang="zh-CN" smtClean="0"/>
              <a:t>第四级</a:t>
            </a:r>
          </a:p>
          <a:p>
            <a:pPr lvl="4"/>
            <a:r>
              <a:rPr altLang="en-US" lang="zh-CN" smtClean="0"/>
              <a:t>第五级</a:t>
            </a:r>
            <a:endParaRPr dirty="0" lang="en-US"/>
          </a:p>
        </p:txBody>
      </p:sp>
      <p:sp>
        <p:nvSpPr>
          <p:cNvPr id="1048988" name="Date Placeholder 3"/>
          <p:cNvSpPr>
            <a:spLocks noGrp="1"/>
          </p:cNvSpPr>
          <p:nvPr>
            <p:ph type="dt" sz="half" idx="2"/>
          </p:nvPr>
        </p:nvSpPr>
        <p:spPr>
          <a:xfrm>
            <a:off x="628650" y="4767263"/>
            <a:ext cx="2057400" cy="273844"/>
          </a:xfrm>
          <a:prstGeom prst="rect"/>
        </p:spPr>
        <p:txBody>
          <a:bodyPr anchor="ctr" bIns="45720" lIns="91440" rIns="91440" rtlCol="0" tIns="45720" vert="horz"/>
          <a:lstStyle>
            <a:lvl1pPr algn="l">
              <a:defRPr sz="900">
                <a:solidFill>
                  <a:schemeClr val="tx1">
                    <a:tint val="75000"/>
                  </a:schemeClr>
                </a:solidFill>
              </a:defRPr>
            </a:lvl1pPr>
          </a:lstStyle>
          <a:p>
            <a:fld id="{16E5758D-A3C3-4E88-8AC0-22500507BD7E}" type="datetimeFigureOut">
              <a:rPr altLang="en-US" lang="zh-CN" smtClean="0">
                <a:solidFill>
                  <a:prstClr val="black">
                    <a:tint val="75000"/>
                  </a:prstClr>
                </a:solidFill>
              </a:rPr>
              <a:t>2022/2/5</a:t>
            </a:fld>
            <a:endParaRPr altLang="en-US" lang="zh-CN">
              <a:solidFill>
                <a:prstClr val="black">
                  <a:tint val="75000"/>
                </a:prstClr>
              </a:solidFill>
            </a:endParaRPr>
          </a:p>
        </p:txBody>
      </p:sp>
      <p:sp>
        <p:nvSpPr>
          <p:cNvPr id="1048989" name="Footer Placeholder 4"/>
          <p:cNvSpPr>
            <a:spLocks noGrp="1"/>
          </p:cNvSpPr>
          <p:nvPr>
            <p:ph type="ftr" sz="quarter" idx="3"/>
          </p:nvPr>
        </p:nvSpPr>
        <p:spPr>
          <a:xfrm>
            <a:off x="3028950" y="4767263"/>
            <a:ext cx="3086100" cy="273844"/>
          </a:xfrm>
          <a:prstGeom prst="rect"/>
        </p:spPr>
        <p:txBody>
          <a:bodyPr anchor="ctr" bIns="45720" lIns="91440" rIns="91440" rtlCol="0" tIns="45720" vert="horz"/>
          <a:lstStyle>
            <a:lvl1pPr algn="ctr">
              <a:defRPr sz="900">
                <a:solidFill>
                  <a:schemeClr val="tx1">
                    <a:tint val="75000"/>
                  </a:schemeClr>
                </a:solidFill>
              </a:defRPr>
            </a:lvl1pPr>
          </a:lstStyle>
          <a:p>
            <a:endParaRPr altLang="en-US" lang="zh-CN">
              <a:solidFill>
                <a:prstClr val="black">
                  <a:tint val="75000"/>
                </a:prstClr>
              </a:solidFill>
            </a:endParaRPr>
          </a:p>
        </p:txBody>
      </p:sp>
      <p:sp>
        <p:nvSpPr>
          <p:cNvPr id="1048990" name="Slide Number Placeholder 5"/>
          <p:cNvSpPr>
            <a:spLocks noGrp="1"/>
          </p:cNvSpPr>
          <p:nvPr>
            <p:ph type="sldNum" sz="quarter" idx="4"/>
          </p:nvPr>
        </p:nvSpPr>
        <p:spPr>
          <a:xfrm>
            <a:off x="6457950" y="4767263"/>
            <a:ext cx="2057400" cy="273844"/>
          </a:xfrm>
          <a:prstGeom prst="rect"/>
        </p:spPr>
        <p:txBody>
          <a:bodyPr anchor="ctr" bIns="45720" lIns="91440" rIns="91440" rtlCol="0" tIns="45720" vert="horz"/>
          <a:lstStyle>
            <a:lvl1pPr algn="r">
              <a:defRPr sz="900">
                <a:solidFill>
                  <a:schemeClr val="tx1">
                    <a:tint val="75000"/>
                  </a:schemeClr>
                </a:solidFill>
              </a:defRPr>
            </a:lvl1pPr>
          </a:lstStyle>
          <a:p>
            <a:fld id="{AA4E786F-588D-4932-A7B2-AE3451FA4ACA}" type="slidenum">
              <a:rPr altLang="en-US" lang="zh-CN" smtClean="0">
                <a:solidFill>
                  <a:prstClr val="black">
                    <a:tint val="75000"/>
                  </a:prstClr>
                </a:solidFill>
              </a:rPr>
              <a:t>‹#›</a:t>
            </a:fld>
            <a:endParaRPr altLang="en-US" lang="zh-CN">
              <a:solidFill>
                <a:prstClr val="black">
                  <a:tint val="75000"/>
                </a:prstClr>
              </a:solidFill>
            </a:endParaRPr>
          </a:p>
        </p:txBody>
      </p:sp>
    </p:spTree>
  </p:cSld>
  <p:clrMap accent1="accent1" accent2="accent2" accent3="accent3" accent4="accent4" accent5="accent5" accent6="accent6" bg1="lt1" bg2="lt2" tx1="dk1" tx2="dk2"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685800" eaLnBrk="1" hangingPunct="1" latinLnBrk="0" rtl="0">
        <a:lnSpc>
          <a:spcPct val="90000"/>
        </a:lnSpc>
        <a:spcBef>
          <a:spcPct val="0"/>
        </a:spcBef>
        <a:buNone/>
        <a:defRPr sz="3300" kern="1200">
          <a:solidFill>
            <a:schemeClr val="tx1"/>
          </a:solidFill>
          <a:latin typeface="+mj-lt"/>
          <a:ea typeface="+mj-ea"/>
          <a:cs typeface="+mj-cs"/>
        </a:defRPr>
      </a:lvl1pPr>
    </p:titleStyle>
    <p:bodyStyle>
      <a:lvl1pPr algn="l" defTabSz="685800" eaLnBrk="1" hangingPunct="1" indent="-171450" latinLnBrk="0" marL="171450" rtl="0">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algn="l" defTabSz="685800" eaLnBrk="1" hangingPunct="1" indent="-171450" latinLnBrk="0" marL="514350" rtl="0">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algn="l" defTabSz="685800" eaLnBrk="1" hangingPunct="1" indent="-171450" latinLnBrk="0" marL="857250" rtl="0">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algn="l" defTabSz="685800" eaLnBrk="1" hangingPunct="1" indent="-171450" latinLnBrk="0" marL="12001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algn="l" defTabSz="685800" eaLnBrk="1" hangingPunct="1" indent="-171450" latinLnBrk="0" marL="15430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algn="l" defTabSz="685800" eaLnBrk="1" hangingPunct="1" indent="-171450" latinLnBrk="0" marL="18859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algn="l" defTabSz="685800" eaLnBrk="1" hangingPunct="1" indent="-171450" latinLnBrk="0" marL="22288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algn="l" defTabSz="685800" eaLnBrk="1" hangingPunct="1" indent="-171450" latinLnBrk="0" marL="25717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algn="l" defTabSz="685800" eaLnBrk="1" hangingPunct="1" indent="-171450" latinLnBrk="0" marL="29146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algn="l" defTabSz="685800" eaLnBrk="1" hangingPunct="1" latinLnBrk="0" marL="0" rtl="0">
        <a:defRPr sz="1350" kern="1200">
          <a:solidFill>
            <a:schemeClr val="tx1"/>
          </a:solidFill>
          <a:latin typeface="+mn-lt"/>
          <a:ea typeface="+mn-ea"/>
          <a:cs typeface="+mn-cs"/>
        </a:defRPr>
      </a:lvl1pPr>
      <a:lvl2pPr algn="l" defTabSz="685800" eaLnBrk="1" hangingPunct="1" latinLnBrk="0" marL="342900" rtl="0">
        <a:defRPr sz="1350" kern="1200">
          <a:solidFill>
            <a:schemeClr val="tx1"/>
          </a:solidFill>
          <a:latin typeface="+mn-lt"/>
          <a:ea typeface="+mn-ea"/>
          <a:cs typeface="+mn-cs"/>
        </a:defRPr>
      </a:lvl2pPr>
      <a:lvl3pPr algn="l" defTabSz="685800" eaLnBrk="1" hangingPunct="1" latinLnBrk="0" marL="685800" rtl="0">
        <a:defRPr sz="1350" kern="1200">
          <a:solidFill>
            <a:schemeClr val="tx1"/>
          </a:solidFill>
          <a:latin typeface="+mn-lt"/>
          <a:ea typeface="+mn-ea"/>
          <a:cs typeface="+mn-cs"/>
        </a:defRPr>
      </a:lvl3pPr>
      <a:lvl4pPr algn="l" defTabSz="685800" eaLnBrk="1" hangingPunct="1" latinLnBrk="0" marL="1028700" rtl="0">
        <a:defRPr sz="1350" kern="1200">
          <a:solidFill>
            <a:schemeClr val="tx1"/>
          </a:solidFill>
          <a:latin typeface="+mn-lt"/>
          <a:ea typeface="+mn-ea"/>
          <a:cs typeface="+mn-cs"/>
        </a:defRPr>
      </a:lvl4pPr>
      <a:lvl5pPr algn="l" defTabSz="685800" eaLnBrk="1" hangingPunct="1" latinLnBrk="0" marL="1371600" rtl="0">
        <a:defRPr sz="1350" kern="1200">
          <a:solidFill>
            <a:schemeClr val="tx1"/>
          </a:solidFill>
          <a:latin typeface="+mn-lt"/>
          <a:ea typeface="+mn-ea"/>
          <a:cs typeface="+mn-cs"/>
        </a:defRPr>
      </a:lvl5pPr>
      <a:lvl6pPr algn="l" defTabSz="685800" eaLnBrk="1" hangingPunct="1" latinLnBrk="0" marL="1714500" rtl="0">
        <a:defRPr sz="1350" kern="1200">
          <a:solidFill>
            <a:schemeClr val="tx1"/>
          </a:solidFill>
          <a:latin typeface="+mn-lt"/>
          <a:ea typeface="+mn-ea"/>
          <a:cs typeface="+mn-cs"/>
        </a:defRPr>
      </a:lvl6pPr>
      <a:lvl7pPr algn="l" defTabSz="685800" eaLnBrk="1" hangingPunct="1" latinLnBrk="0" marL="2057400" rtl="0">
        <a:defRPr sz="1350" kern="1200">
          <a:solidFill>
            <a:schemeClr val="tx1"/>
          </a:solidFill>
          <a:latin typeface="+mn-lt"/>
          <a:ea typeface="+mn-ea"/>
          <a:cs typeface="+mn-cs"/>
        </a:defRPr>
      </a:lvl7pPr>
      <a:lvl8pPr algn="l" defTabSz="685800" eaLnBrk="1" hangingPunct="1" latinLnBrk="0" marL="2400300" rtl="0">
        <a:defRPr sz="1350" kern="1200">
          <a:solidFill>
            <a:schemeClr val="tx1"/>
          </a:solidFill>
          <a:latin typeface="+mn-lt"/>
          <a:ea typeface="+mn-ea"/>
          <a:cs typeface="+mn-cs"/>
        </a:defRPr>
      </a:lvl8pPr>
      <a:lvl9pPr algn="l" defTabSz="685800" eaLnBrk="1" hangingPunct="1" latinLnBrk="0" marL="2743200" rtl="0">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5.png"/><Relationship Id="rId3"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36.xml"/><Relationship Id="rId4" Type="http://schemas.openxmlformats.org/officeDocument/2006/relationships/notesSlide" Target="../notesSlides/notesSlid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grpSp>
        <p:nvGrpSpPr>
          <p:cNvPr id="76" name="组合 1"/>
          <p:cNvGrpSpPr/>
          <p:nvPr/>
        </p:nvGrpSpPr>
        <p:grpSpPr bwMode="auto">
          <a:xfrm>
            <a:off x="395536" y="380331"/>
            <a:ext cx="1920875" cy="396240"/>
            <a:chOff x="58738" y="50800"/>
            <a:chExt cx="1920875" cy="396240"/>
          </a:xfrm>
        </p:grpSpPr>
        <p:sp>
          <p:nvSpPr>
            <p:cNvPr id="1048586" name="圆角矩形 5"/>
            <p:cNvSpPr/>
            <p:nvPr/>
          </p:nvSpPr>
          <p:spPr>
            <a:xfrm>
              <a:off x="58738" y="98425"/>
              <a:ext cx="1920875" cy="312738"/>
            </a:xfrm>
            <a:prstGeom prst="roundRect"/>
            <a:solidFill>
              <a:srgbClr val="0070C0"/>
            </a:solidFill>
            <a:ln>
              <a:noFill/>
            </a:ln>
          </p:spPr>
          <p:style>
            <a:lnRef idx="2">
              <a:schemeClr val="dk1"/>
            </a:lnRef>
            <a:fillRef idx="1">
              <a:schemeClr val="lt1"/>
            </a:fillRef>
            <a:effectRef idx="0">
              <a:schemeClr val="dk1"/>
            </a:effectRef>
            <a:fontRef idx="minor">
              <a:schemeClr val="dk1"/>
            </a:fontRef>
          </p:style>
          <p:txBody>
            <a:bodyPr anchor="ctr"/>
            <a:p>
              <a:pPr algn="ctr" fontAlgn="base">
                <a:spcBef>
                  <a:spcPct val="0"/>
                </a:spcBef>
                <a:spcAft>
                  <a:spcPct val="0"/>
                </a:spcAft>
              </a:pPr>
              <a:endParaRPr altLang="en-US" lang="zh-CN">
                <a:solidFill>
                  <a:prstClr val="black"/>
                </a:solidFill>
              </a:endParaRPr>
            </a:p>
          </p:txBody>
        </p:sp>
        <p:sp>
          <p:nvSpPr>
            <p:cNvPr id="1048587" name="文本框 1"/>
            <p:cNvSpPr txBox="1">
              <a:spLocks noChangeArrowheads="1"/>
            </p:cNvSpPr>
            <p:nvPr/>
          </p:nvSpPr>
          <p:spPr bwMode="auto">
            <a:xfrm>
              <a:off x="117475" y="50800"/>
              <a:ext cx="1783080" cy="396240"/>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dirty="0" kumimoji="1" lang="zh-CN">
                  <a:solidFill>
                    <a:prstClr val="white"/>
                  </a:solidFill>
                  <a:latin typeface="宋体" panose="02010600030101010101" pitchFamily="2" charset="-122"/>
                </a:rPr>
                <a:t>九年级语文上册</a:t>
              </a:r>
            </a:p>
          </p:txBody>
        </p:sp>
      </p:grpSp>
      <p:sp>
        <p:nvSpPr>
          <p:cNvPr id="1048588" name="矩形 2"/>
          <p:cNvSpPr/>
          <p:nvPr/>
        </p:nvSpPr>
        <p:spPr>
          <a:xfrm>
            <a:off x="2987824" y="1203598"/>
            <a:ext cx="5868144" cy="2110740"/>
          </a:xfrm>
          <a:prstGeom prst="rect"/>
        </p:spPr>
        <p:txBody>
          <a:bodyPr wrap="square">
            <a:spAutoFit/>
          </a:bodyPr>
          <a:p>
            <a:pPr algn="ctr" fontAlgn="base">
              <a:lnSpc>
                <a:spcPct val="150000"/>
              </a:lnSpc>
              <a:spcBef>
                <a:spcPct val="0"/>
              </a:spcBef>
              <a:spcAft>
                <a:spcPct val="0"/>
              </a:spcAft>
            </a:pPr>
            <a:r>
              <a:rPr altLang="en-US" b="1" dirty="0" sz="4000" lang="zh-CN">
                <a:solidFill>
                  <a:srgbClr val="FF0000"/>
                </a:solidFill>
                <a:effectLst>
                  <a:outerShdw algn="tl" blurRad="38100" dir="2700000" dist="38100">
                    <a:srgbClr val="C0C0C0"/>
                  </a:outerShdw>
                </a:effectLst>
                <a:latin typeface="微软雅黑" pitchFamily="34" charset="-122"/>
                <a:cs typeface="Kaiti SC"/>
              </a:rPr>
              <a:t>名著导读</a:t>
            </a:r>
            <a:endParaRPr altLang="zh-CN" b="1" dirty="0" sz="4000" lang="en-US">
              <a:solidFill>
                <a:srgbClr val="FF0000"/>
              </a:solidFill>
              <a:effectLst>
                <a:outerShdw algn="tl" blurRad="38100" dir="2700000" dist="38100">
                  <a:srgbClr val="C0C0C0"/>
                </a:outerShdw>
              </a:effectLst>
              <a:latin typeface="微软雅黑" pitchFamily="34" charset="-122"/>
              <a:cs typeface="Kaiti SC"/>
            </a:endParaRPr>
          </a:p>
          <a:p>
            <a:pPr algn="ctr" fontAlgn="base">
              <a:lnSpc>
                <a:spcPct val="150000"/>
              </a:lnSpc>
              <a:spcBef>
                <a:spcPct val="0"/>
              </a:spcBef>
              <a:spcAft>
                <a:spcPct val="0"/>
              </a:spcAft>
            </a:pPr>
            <a:r>
              <a:rPr altLang="zh-CN" b="1" dirty="0" sz="4000" lang="en-US">
                <a:solidFill>
                  <a:srgbClr val="FF0000"/>
                </a:solidFill>
                <a:effectLst>
                  <a:outerShdw algn="tl" blurRad="38100" dir="2700000" dist="38100">
                    <a:srgbClr val="C0C0C0"/>
                  </a:outerShdw>
                </a:effectLst>
                <a:latin typeface="微软雅黑" pitchFamily="34" charset="-122"/>
                <a:cs typeface="Kaiti SC"/>
              </a:rPr>
              <a:t>《</a:t>
            </a:r>
            <a:r>
              <a:rPr altLang="en-US" b="1" dirty="0" sz="4000" lang="zh-CN">
                <a:solidFill>
                  <a:srgbClr val="FF0000"/>
                </a:solidFill>
                <a:effectLst>
                  <a:outerShdw algn="tl" blurRad="38100" dir="2700000" dist="38100">
                    <a:srgbClr val="C0C0C0"/>
                  </a:outerShdw>
                </a:effectLst>
                <a:latin typeface="微软雅黑" pitchFamily="34" charset="-122"/>
                <a:cs typeface="Kaiti SC"/>
              </a:rPr>
              <a:t>水浒传</a:t>
            </a:r>
            <a:r>
              <a:rPr altLang="zh-CN" b="1" dirty="0" sz="4000" lang="en-US">
                <a:solidFill>
                  <a:srgbClr val="FF0000"/>
                </a:solidFill>
                <a:effectLst>
                  <a:outerShdw algn="tl" blurRad="38100" dir="2700000" dist="38100">
                    <a:srgbClr val="C0C0C0"/>
                  </a:outerShdw>
                </a:effectLst>
                <a:latin typeface="微软雅黑" pitchFamily="34" charset="-122"/>
                <a:cs typeface="Kaiti SC"/>
              </a:rPr>
              <a:t>》</a:t>
            </a:r>
            <a:r>
              <a:rPr altLang="en-US" b="1" dirty="0" sz="4000" lang="zh-CN">
                <a:solidFill>
                  <a:srgbClr val="FF0000"/>
                </a:solidFill>
                <a:effectLst>
                  <a:outerShdw algn="tl" blurRad="38100" dir="2700000" dist="38100">
                    <a:srgbClr val="C0C0C0"/>
                  </a:outerShdw>
                </a:effectLst>
                <a:latin typeface="微软雅黑" pitchFamily="34" charset="-122"/>
                <a:cs typeface="Kaiti SC"/>
              </a:rPr>
              <a:t>古典小说阅读</a:t>
            </a:r>
          </a:p>
        </p:txBody>
      </p:sp>
      <p:sp>
        <p:nvSpPr>
          <p:cNvPr id="1048589" name="矩形 8"/>
          <p:cNvSpPr/>
          <p:nvPr/>
        </p:nvSpPr>
        <p:spPr>
          <a:xfrm>
            <a:off x="0" y="4273447"/>
            <a:ext cx="9144000" cy="468629"/>
          </a:xfrm>
          <a:prstGeom prst="rect"/>
        </p:spPr>
        <p:txBody>
          <a:bodyPr wrap="square">
            <a:spAutoFit/>
          </a:bodyPr>
          <a:p>
            <a:pPr algn="ctr" fontAlgn="base" indent="-342900" marL="342900">
              <a:lnSpc>
                <a:spcPct val="110000"/>
              </a:lnSpc>
              <a:spcBef>
                <a:spcPct val="0"/>
              </a:spcBef>
              <a:spcAft>
                <a:spcPct val="0"/>
              </a:spcAft>
            </a:pPr>
            <a:r>
              <a:rPr altLang="en-US" dirty="0" sz="2000" kern="0" lang="zh-CN" smtClean="0">
                <a:solidFill>
                  <a:srgbClr val="000000"/>
                </a:solidFill>
                <a:latin typeface="微软雅黑" panose="020B0503020204020204" pitchFamily="34" charset="-122"/>
              </a:rPr>
              <a:t>优品</a:t>
            </a:r>
            <a:r>
              <a:rPr altLang="zh-CN" dirty="0" sz="2000" kern="0" lang="en-US" smtClean="0">
                <a:solidFill>
                  <a:srgbClr val="000000"/>
                </a:solidFill>
                <a:latin typeface="微软雅黑" panose="020B0503020204020204" pitchFamily="34" charset="-122"/>
              </a:rPr>
              <a:t>PPT</a:t>
            </a:r>
            <a:endParaRPr altLang="zh-CN" dirty="0" sz="2000" kern="0" lang="en-US">
              <a:solidFill>
                <a:srgbClr val="000000"/>
              </a:solidFill>
              <a:latin typeface="微软雅黑" panose="020B0503020204020204" pitchFamily="34" charset="-122"/>
            </a:endParaRPr>
          </a:p>
        </p:txBody>
      </p:sp>
      <p:pic>
        <p:nvPicPr>
          <p:cNvPr id="2097152" name="图片 9"/>
          <p:cNvPicPr>
            <a:picLocks noChangeAspect="1"/>
          </p:cNvPicPr>
          <p:nvPr/>
        </p:nvPicPr>
        <p:blipFill>
          <a:blip xmlns:r="http://schemas.openxmlformats.org/officeDocument/2006/relationships" r:embed="rId1" cstate="email"/>
          <a:stretch>
            <a:fillRect/>
          </a:stretch>
        </p:blipFill>
        <p:spPr>
          <a:xfrm>
            <a:off x="187671" y="1059582"/>
            <a:ext cx="2944169" cy="2944169"/>
          </a:xfrm>
          <a:prstGeom prst="rect"/>
        </p:spPr>
      </p:pic>
    </p:spTree>
  </p:cSld>
  <p:clrMapOvr>
    <a:masterClrMapping/>
  </p:clrMapOvr>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048594" name="Rectangle 2"/>
          <p:cNvSpPr>
            <a:spLocks noChangeArrowheads="1"/>
          </p:cNvSpPr>
          <p:nvPr/>
        </p:nvSpPr>
        <p:spPr bwMode="auto">
          <a:xfrm>
            <a:off x="647564" y="1157004"/>
            <a:ext cx="7848872" cy="2529840"/>
          </a:xfrm>
          <a:prstGeom prst="rect"/>
          <a:noFill/>
          <a:ln w="9525">
            <a:noFill/>
            <a:miter lim="800000"/>
          </a:ln>
        </p:spPr>
        <p:txBody>
          <a:bodyPr anchor="ctr" wrap="square">
            <a:spAutoFit/>
          </a:bodyPr>
          <a:p>
            <a:pPr eaLnBrk="0" fontAlgn="base" hangingPunct="0">
              <a:lnSpc>
                <a:spcPct val="150000"/>
              </a:lnSpc>
              <a:spcBef>
                <a:spcPct val="0"/>
              </a:spcBef>
              <a:spcAft>
                <a:spcPct val="0"/>
              </a:spcAft>
            </a:pPr>
            <a:r>
              <a:rPr altLang="zh-CN" b="1" dirty="0" sz="2400" lang="en-US">
                <a:solidFill>
                  <a:srgbClr val="0000FF"/>
                </a:solidFill>
                <a:latin typeface="楷体" panose="02010609060101010101" pitchFamily="49" charset="-122"/>
                <a:ea typeface="楷体" panose="02010609060101010101" pitchFamily="49" charset="-122"/>
              </a:rPr>
              <a:t>1.</a:t>
            </a:r>
            <a:r>
              <a:rPr altLang="en-US" b="1" dirty="0" sz="2400" lang="zh-CN">
                <a:solidFill>
                  <a:srgbClr val="0000FF"/>
                </a:solidFill>
                <a:latin typeface="楷体" panose="02010609060101010101" pitchFamily="49" charset="-122"/>
                <a:ea typeface="楷体" panose="02010609060101010101" pitchFamily="49" charset="-122"/>
              </a:rPr>
              <a:t>走进</a:t>
            </a:r>
            <a:r>
              <a:rPr altLang="zh-CN" b="1" dirty="0" sz="2400" lang="en-US">
                <a:solidFill>
                  <a:srgbClr val="0000FF"/>
                </a:solidFill>
                <a:latin typeface="楷体" panose="02010609060101010101" pitchFamily="49" charset="-122"/>
                <a:ea typeface="楷体" panose="02010609060101010101" pitchFamily="49" charset="-122"/>
              </a:rPr>
              <a:t>《</a:t>
            </a:r>
            <a:r>
              <a:rPr altLang="en-US" b="1" dirty="0" sz="2400" lang="zh-CN">
                <a:solidFill>
                  <a:srgbClr val="0000FF"/>
                </a:solidFill>
                <a:latin typeface="楷体" panose="02010609060101010101" pitchFamily="49" charset="-122"/>
                <a:ea typeface="楷体" panose="02010609060101010101" pitchFamily="49" charset="-122"/>
              </a:rPr>
              <a:t>水浒传</a:t>
            </a:r>
            <a:r>
              <a:rPr altLang="zh-CN" b="1" dirty="0" sz="2400" lang="en-US">
                <a:solidFill>
                  <a:srgbClr val="0000FF"/>
                </a:solidFill>
                <a:latin typeface="楷体" panose="02010609060101010101" pitchFamily="49" charset="-122"/>
                <a:ea typeface="楷体" panose="02010609060101010101" pitchFamily="49" charset="-122"/>
              </a:rPr>
              <a:t>》</a:t>
            </a:r>
            <a:r>
              <a:rPr altLang="en-US" b="1" dirty="0" sz="2400" lang="zh-CN">
                <a:solidFill>
                  <a:srgbClr val="0000FF"/>
                </a:solidFill>
                <a:latin typeface="楷体" panose="02010609060101010101" pitchFamily="49" charset="-122"/>
                <a:ea typeface="楷体" panose="02010609060101010101" pitchFamily="49" charset="-122"/>
              </a:rPr>
              <a:t>，认识水浒英雄。</a:t>
            </a:r>
            <a:r>
              <a:rPr altLang="en-US" b="1" dirty="0" sz="2400" lang="zh-CN">
                <a:solidFill>
                  <a:srgbClr val="FF0000"/>
                </a:solidFill>
                <a:latin typeface="楷体" panose="02010609060101010101" pitchFamily="49" charset="-122"/>
                <a:ea typeface="楷体" panose="02010609060101010101" pitchFamily="49" charset="-122"/>
              </a:rPr>
              <a:t>（重点）</a:t>
            </a:r>
          </a:p>
          <a:p>
            <a:pPr eaLnBrk="0" fontAlgn="base" hangingPunct="0">
              <a:lnSpc>
                <a:spcPct val="150000"/>
              </a:lnSpc>
              <a:spcBef>
                <a:spcPct val="0"/>
              </a:spcBef>
              <a:spcAft>
                <a:spcPct val="0"/>
              </a:spcAft>
            </a:pPr>
            <a:r>
              <a:rPr altLang="zh-CN" b="1" dirty="0" sz="2400" lang="en-US">
                <a:solidFill>
                  <a:srgbClr val="0000FF"/>
                </a:solidFill>
                <a:latin typeface="楷体" panose="02010609060101010101" pitchFamily="49" charset="-122"/>
                <a:ea typeface="楷体" panose="02010609060101010101" pitchFamily="49" charset="-122"/>
              </a:rPr>
              <a:t>2.</a:t>
            </a:r>
            <a:r>
              <a:rPr altLang="en-US" b="1" dirty="0" sz="2400" lang="zh-CN">
                <a:solidFill>
                  <a:srgbClr val="0000FF"/>
                </a:solidFill>
                <a:latin typeface="楷体" panose="02010609060101010101" pitchFamily="49" charset="-122"/>
                <a:ea typeface="楷体" panose="02010609060101010101" pitchFamily="49" charset="-122"/>
              </a:rPr>
              <a:t>了解</a:t>
            </a:r>
            <a:r>
              <a:rPr altLang="zh-CN" b="1" dirty="0" sz="2400" lang="en-US">
                <a:solidFill>
                  <a:srgbClr val="0000FF"/>
                </a:solidFill>
                <a:latin typeface="楷体" panose="02010609060101010101" pitchFamily="49" charset="-122"/>
                <a:ea typeface="楷体" panose="02010609060101010101" pitchFamily="49" charset="-122"/>
              </a:rPr>
              <a:t>《</a:t>
            </a:r>
            <a:r>
              <a:rPr altLang="en-US" b="1" dirty="0" sz="2400" lang="zh-CN">
                <a:solidFill>
                  <a:srgbClr val="0000FF"/>
                </a:solidFill>
                <a:latin typeface="楷体" panose="02010609060101010101" pitchFamily="49" charset="-122"/>
                <a:ea typeface="楷体" panose="02010609060101010101" pitchFamily="49" charset="-122"/>
              </a:rPr>
              <a:t>水浒传</a:t>
            </a:r>
            <a:r>
              <a:rPr altLang="zh-CN" b="1" dirty="0" sz="2400" lang="en-US">
                <a:solidFill>
                  <a:srgbClr val="0000FF"/>
                </a:solidFill>
                <a:latin typeface="楷体" panose="02010609060101010101" pitchFamily="49" charset="-122"/>
                <a:ea typeface="楷体" panose="02010609060101010101" pitchFamily="49" charset="-122"/>
              </a:rPr>
              <a:t>》</a:t>
            </a:r>
            <a:r>
              <a:rPr altLang="en-US" b="1" dirty="0" sz="2400" lang="zh-CN">
                <a:solidFill>
                  <a:srgbClr val="0000FF"/>
                </a:solidFill>
                <a:latin typeface="楷体" panose="02010609060101010101" pitchFamily="49" charset="-122"/>
                <a:ea typeface="楷体" panose="02010609060101010101" pitchFamily="49" charset="-122"/>
              </a:rPr>
              <a:t>的艺术魅力，学会阅读名著。</a:t>
            </a:r>
            <a:r>
              <a:rPr altLang="en-US" b="1" dirty="0" sz="2400" lang="zh-CN">
                <a:solidFill>
                  <a:srgbClr val="FF0000"/>
                </a:solidFill>
                <a:latin typeface="楷体" panose="02010609060101010101" pitchFamily="49" charset="-122"/>
                <a:ea typeface="楷体" panose="02010609060101010101" pitchFamily="49" charset="-122"/>
              </a:rPr>
              <a:t>（难点）</a:t>
            </a:r>
          </a:p>
          <a:p>
            <a:pPr eaLnBrk="0" fontAlgn="base" hangingPunct="0">
              <a:lnSpc>
                <a:spcPct val="150000"/>
              </a:lnSpc>
              <a:spcBef>
                <a:spcPct val="0"/>
              </a:spcBef>
              <a:spcAft>
                <a:spcPct val="0"/>
              </a:spcAft>
            </a:pPr>
            <a:r>
              <a:rPr altLang="zh-CN" b="1" dirty="0" sz="2400" lang="en-US">
                <a:solidFill>
                  <a:srgbClr val="0000FF"/>
                </a:solidFill>
                <a:latin typeface="楷体" panose="02010609060101010101" pitchFamily="49" charset="-122"/>
                <a:ea typeface="楷体" panose="02010609060101010101" pitchFamily="49" charset="-122"/>
              </a:rPr>
              <a:t>3.</a:t>
            </a:r>
            <a:r>
              <a:rPr altLang="en-US" b="1" dirty="0" sz="2400" lang="zh-CN">
                <a:solidFill>
                  <a:srgbClr val="0000FF"/>
                </a:solidFill>
                <a:latin typeface="楷体" panose="02010609060101010101" pitchFamily="49" charset="-122"/>
                <a:ea typeface="楷体" panose="02010609060101010101" pitchFamily="49" charset="-122"/>
              </a:rPr>
              <a:t>了解我国古典名著的辉煌成就，激发阅读</a:t>
            </a:r>
            <a:r>
              <a:rPr altLang="zh-CN" b="1" dirty="0" sz="2400" lang="en-US">
                <a:solidFill>
                  <a:srgbClr val="0000FF"/>
                </a:solidFill>
                <a:latin typeface="楷体" panose="02010609060101010101" pitchFamily="49" charset="-122"/>
                <a:ea typeface="楷体" panose="02010609060101010101" pitchFamily="49" charset="-122"/>
              </a:rPr>
              <a:t>《</a:t>
            </a:r>
            <a:r>
              <a:rPr altLang="en-US" b="1" dirty="0" sz="2400" lang="zh-CN">
                <a:solidFill>
                  <a:srgbClr val="0000FF"/>
                </a:solidFill>
                <a:latin typeface="楷体" panose="02010609060101010101" pitchFamily="49" charset="-122"/>
                <a:ea typeface="楷体" panose="02010609060101010101" pitchFamily="49" charset="-122"/>
              </a:rPr>
              <a:t>水浒传</a:t>
            </a:r>
            <a:r>
              <a:rPr altLang="zh-CN" b="1" dirty="0" sz="2400" lang="en-US">
                <a:solidFill>
                  <a:srgbClr val="0000FF"/>
                </a:solidFill>
                <a:latin typeface="楷体" panose="02010609060101010101" pitchFamily="49" charset="-122"/>
                <a:ea typeface="楷体" panose="02010609060101010101" pitchFamily="49" charset="-122"/>
              </a:rPr>
              <a:t>》</a:t>
            </a:r>
            <a:r>
              <a:rPr altLang="en-US" b="1" dirty="0" sz="2400" lang="zh-CN">
                <a:solidFill>
                  <a:srgbClr val="0000FF"/>
                </a:solidFill>
                <a:latin typeface="楷体" panose="02010609060101010101" pitchFamily="49" charset="-122"/>
                <a:ea typeface="楷体" panose="02010609060101010101" pitchFamily="49" charset="-122"/>
              </a:rPr>
              <a:t>的兴趣和热情。</a:t>
            </a:r>
            <a:r>
              <a:rPr altLang="en-US" b="1" dirty="0" sz="2400" lang="zh-CN">
                <a:solidFill>
                  <a:srgbClr val="FF0000"/>
                </a:solidFill>
                <a:latin typeface="楷体" panose="02010609060101010101" pitchFamily="49" charset="-122"/>
                <a:ea typeface="楷体" panose="02010609060101010101" pitchFamily="49" charset="-122"/>
              </a:rPr>
              <a:t>（素养）</a:t>
            </a:r>
          </a:p>
        </p:txBody>
      </p:sp>
      <p:grpSp>
        <p:nvGrpSpPr>
          <p:cNvPr id="119" name="组合 11"/>
          <p:cNvGrpSpPr/>
          <p:nvPr/>
        </p:nvGrpSpPr>
        <p:grpSpPr bwMode="auto">
          <a:xfrm>
            <a:off x="0" y="-20538"/>
            <a:ext cx="2051050" cy="561385"/>
            <a:chOff x="0" y="-63"/>
            <a:chExt cx="3231" cy="883"/>
          </a:xfrm>
        </p:grpSpPr>
        <p:sp>
          <p:nvSpPr>
            <p:cNvPr id="1048595" name="文本框 6"/>
            <p:cNvSpPr txBox="1">
              <a:spLocks noChangeArrowheads="1"/>
            </p:cNvSpPr>
            <p:nvPr/>
          </p:nvSpPr>
          <p:spPr bwMode="auto">
            <a:xfrm>
              <a:off x="678" y="-63"/>
              <a:ext cx="2529"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dirty="0" sz="2800" kumimoji="1" lang="zh-CN">
                  <a:solidFill>
                    <a:prstClr val="black"/>
                  </a:solidFill>
                  <a:latin typeface="黑体" panose="02010609060101010101" pitchFamily="49" charset="-122"/>
                  <a:ea typeface="黑体" panose="02010609060101010101" pitchFamily="49" charset="-122"/>
                </a:rPr>
                <a:t>学习目标</a:t>
              </a:r>
            </a:p>
          </p:txBody>
        </p:sp>
        <p:cxnSp>
          <p:nvCxnSpPr>
            <p:cNvPr id="3145728" name="直线连接符 9"/>
            <p:cNvCxnSpPr>
              <a:cxnSpLocks/>
            </p:cNvCxnSpPr>
            <p:nvPr/>
          </p:nvCxnSpPr>
          <p:spPr>
            <a:xfrm>
              <a:off x="0" y="701"/>
              <a:ext cx="323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596" name="菱形 8"/>
            <p:cNvSpPr/>
            <p:nvPr/>
          </p:nvSpPr>
          <p:spPr>
            <a:xfrm>
              <a:off x="125" y="149"/>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
        <p:nvSpPr>
          <p:cNvPr id="1048597" name="文本框 1"/>
          <p:cNvSpPr txBox="1"/>
          <p:nvPr/>
        </p:nvSpPr>
        <p:spPr>
          <a:xfrm>
            <a:off x="3923928" y="411510"/>
            <a:ext cx="1512168" cy="421640"/>
          </a:xfrm>
          <a:prstGeom prst="rect"/>
          <a:noFill/>
        </p:spPr>
        <p:txBody>
          <a:bodyPr rtlCol="0" wrap="square">
            <a:spAutoFit/>
          </a:bodyPr>
          <a:p>
            <a:r>
              <a:rPr altLang="zh-CN" dirty="0" sz="1000" lang="en-US">
                <a:solidFill>
                  <a:srgbClr val="FEFEFE"/>
                </a:solidFill>
              </a:rPr>
              <a:t>https://www.ypppt.com/</a:t>
            </a:r>
            <a:endParaRPr altLang="en-US" dirty="0" sz="1000" lang="zh-CN">
              <a:solidFill>
                <a:srgbClr val="FEFEFE"/>
              </a:solidFill>
            </a:endParaRPr>
          </a:p>
        </p:txBody>
      </p:sp>
    </p:spTree>
  </p:cSld>
  <p:clrMapOvr>
    <a:masterClrMapping/>
  </p:clrMapOvr>
  <p:transition spd="slow">
    <p:random/>
  </p:transition>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
        <p:nvSpPr>
          <p:cNvPr id="1048602" name="矩形 4"/>
          <p:cNvSpPr>
            <a:spLocks noChangeArrowheads="1"/>
          </p:cNvSpPr>
          <p:nvPr/>
        </p:nvSpPr>
        <p:spPr bwMode="auto">
          <a:xfrm>
            <a:off x="3059832" y="806039"/>
            <a:ext cx="5544616" cy="3017520"/>
          </a:xfrm>
          <a:prstGeom prst="rect"/>
          <a:noFill/>
          <a:ln w="9525">
            <a:noFill/>
            <a:miter lim="800000"/>
          </a:ln>
        </p:spPr>
        <p:txBody>
          <a:bodyPr wrap="square">
            <a:spAutoFit/>
          </a:bodyPr>
          <a:p>
            <a:pPr eaLnBrk="0" fontAlgn="base" hangingPunct="0">
              <a:lnSpc>
                <a:spcPct val="120000"/>
              </a:lnSpc>
              <a:spcBef>
                <a:spcPct val="0"/>
              </a:spcBef>
              <a:spcAft>
                <a:spcPct val="0"/>
              </a:spcAft>
            </a:pPr>
            <a:r>
              <a:rPr altLang="en-US" b="1" dirty="0" sz="2400" lang="zh-CN">
                <a:solidFill>
                  <a:srgbClr val="0000FF"/>
                </a:solidFill>
                <a:latin typeface="楷体" panose="02010609060101010101" pitchFamily="49" charset="-122"/>
                <a:ea typeface="楷体" panose="02010609060101010101" pitchFamily="49" charset="-122"/>
              </a:rPr>
              <a:t>施耐庵</a:t>
            </a:r>
            <a:r>
              <a:rPr altLang="en-US" b="1" dirty="0" sz="2400" lang="zh-CN">
                <a:solidFill>
                  <a:prstClr val="black"/>
                </a:solidFill>
                <a:latin typeface="楷体" panose="02010609060101010101" pitchFamily="49" charset="-122"/>
                <a:ea typeface="楷体" panose="02010609060101010101" pitchFamily="49" charset="-122"/>
              </a:rPr>
              <a:t>（生卒年不详），名子安，字彦端，号耐庵。今江苏兴化人，著名的元末明初小说家。博古通今，才华横溢，三十多岁曾中进士，后弃官归里，闭门著述，搜集并整理关于梁山泊宋江等英雄人物的故事，最终写成</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水浒传</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a:t>
            </a:r>
            <a:endParaRPr altLang="en-US" b="1" dirty="0" sz="2400" lang="zh-CN">
              <a:solidFill>
                <a:srgbClr val="0000FF"/>
              </a:solidFill>
              <a:latin typeface="华文楷体" panose="02010600040101010101" pitchFamily="2" charset="-122"/>
              <a:ea typeface="华文楷体" panose="02010600040101010101" pitchFamily="2" charset="-122"/>
            </a:endParaRPr>
          </a:p>
        </p:txBody>
      </p:sp>
      <p:pic>
        <p:nvPicPr>
          <p:cNvPr id="2097153" name="Picture 2"/>
          <p:cNvPicPr>
            <a:picLocks noChangeAspect="1" noChangeArrowheads="1"/>
          </p:cNvPicPr>
          <p:nvPr/>
        </p:nvPicPr>
        <p:blipFill>
          <a:blip xmlns:r="http://schemas.openxmlformats.org/officeDocument/2006/relationships" r:embed="rId1" cstate="email"/>
          <a:srcRect/>
          <a:stretch>
            <a:fillRect/>
          </a:stretch>
        </p:blipFill>
        <p:spPr bwMode="auto">
          <a:xfrm>
            <a:off x="123281" y="806039"/>
            <a:ext cx="2864543" cy="3395657"/>
          </a:xfrm>
          <a:prstGeom prst="ellipse"/>
          <a:ln>
            <a:noFill/>
          </a:ln>
          <a:effectLst>
            <a:softEdge rad="112500"/>
          </a:effectLst>
        </p:spPr>
      </p:pic>
      <p:grpSp>
        <p:nvGrpSpPr>
          <p:cNvPr id="122" name="组合 8"/>
          <p:cNvGrpSpPr/>
          <p:nvPr/>
        </p:nvGrpSpPr>
        <p:grpSpPr bwMode="auto">
          <a:xfrm>
            <a:off x="0" y="31750"/>
            <a:ext cx="2051050" cy="561385"/>
            <a:chOff x="0" y="-63"/>
            <a:chExt cx="3231" cy="883"/>
          </a:xfrm>
        </p:grpSpPr>
        <p:sp>
          <p:nvSpPr>
            <p:cNvPr id="1048603" name="文本框 6"/>
            <p:cNvSpPr txBox="1">
              <a:spLocks noChangeArrowheads="1"/>
            </p:cNvSpPr>
            <p:nvPr/>
          </p:nvSpPr>
          <p:spPr bwMode="auto">
            <a:xfrm>
              <a:off x="678" y="-63"/>
              <a:ext cx="2529"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dirty="0" sz="2800" kumimoji="1" lang="zh-CN">
                  <a:solidFill>
                    <a:prstClr val="black"/>
                  </a:solidFill>
                  <a:latin typeface="黑体" panose="02010609060101010101" pitchFamily="49" charset="-122"/>
                  <a:ea typeface="黑体" panose="02010609060101010101" pitchFamily="49" charset="-122"/>
                </a:rPr>
                <a:t>知识备查</a:t>
              </a:r>
            </a:p>
          </p:txBody>
        </p:sp>
        <p:cxnSp>
          <p:nvCxnSpPr>
            <p:cNvPr id="3145729" name="直线连接符 9"/>
            <p:cNvCxnSpPr>
              <a:cxnSpLocks/>
            </p:cNvCxnSpPr>
            <p:nvPr/>
          </p:nvCxnSpPr>
          <p:spPr>
            <a:xfrm>
              <a:off x="0" y="701"/>
              <a:ext cx="323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604" name="菱形 9"/>
            <p:cNvSpPr/>
            <p:nvPr/>
          </p:nvSpPr>
          <p:spPr>
            <a:xfrm>
              <a:off x="125" y="149"/>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2" presetSubtype="6">
                                  <p:stCondLst>
                                    <p:cond delay="0"/>
                                  </p:stCondLst>
                                  <p:childTnLst>
                                    <p:set>
                                      <p:cBhvr>
                                        <p:cTn dur="1" fill="hold" id="6">
                                          <p:stCondLst>
                                            <p:cond delay="0"/>
                                          </p:stCondLst>
                                        </p:cTn>
                                        <p:tgtEl>
                                          <p:spTgt spid="2097153"/>
                                        </p:tgtEl>
                                        <p:attrNameLst>
                                          <p:attrName>style.visibility</p:attrName>
                                        </p:attrNameLst>
                                      </p:cBhvr>
                                      <p:to>
                                        <p:strVal val="visible"/>
                                      </p:to>
                                    </p:set>
                                    <p:anim calcmode="lin" valueType="num">
                                      <p:cBhvr additive="base">
                                        <p:cTn dur="500" fill="hold" id="7"/>
                                        <p:tgtEl>
                                          <p:spTgt spid="2097153"/>
                                        </p:tgtEl>
                                        <p:attrNameLst>
                                          <p:attrName>ppt_x</p:attrName>
                                        </p:attrNameLst>
                                      </p:cBhvr>
                                      <p:tavLst>
                                        <p:tav tm="0">
                                          <p:val>
                                            <p:strVal val="1+#ppt_w/2"/>
                                          </p:val>
                                        </p:tav>
                                        <p:tav tm="100000">
                                          <p:val>
                                            <p:strVal val="#ppt_x"/>
                                          </p:val>
                                        </p:tav>
                                      </p:tavLst>
                                    </p:anim>
                                    <p:anim calcmode="lin" valueType="num">
                                      <p:cBhvr additive="base">
                                        <p:cTn dur="500" fill="hold" id="8"/>
                                        <p:tgtEl>
                                          <p:spTgt spid="2097153"/>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25" presetSubtype="0">
                                  <p:stCondLst>
                                    <p:cond delay="0"/>
                                  </p:stCondLst>
                                  <p:childTnLst>
                                    <p:set>
                                      <p:cBhvr>
                                        <p:cTn dur="1" fill="hold" id="12">
                                          <p:stCondLst>
                                            <p:cond delay="0"/>
                                          </p:stCondLst>
                                        </p:cTn>
                                        <p:tgtEl>
                                          <p:spTgt spid="1048602"/>
                                        </p:tgtEl>
                                        <p:attrNameLst>
                                          <p:attrName>style.visibility</p:attrName>
                                        </p:attrNameLst>
                                      </p:cBhvr>
                                      <p:to>
                                        <p:strVal val="visible"/>
                                      </p:to>
                                    </p:set>
                                    <p:anim calcmode="lin" valueType="num">
                                      <p:cBhvr>
                                        <p:cTn decel="50000" dur="500" fill="hold" id="13">
                                          <p:stCondLst>
                                            <p:cond delay="0"/>
                                          </p:stCondLst>
                                        </p:cTn>
                                        <p:tgtEl>
                                          <p:spTgt spid="1048602"/>
                                        </p:tgtEl>
                                        <p:attrNameLst>
                                          <p:attrName>style.rotation</p:attrName>
                                        </p:attrNameLst>
                                      </p:cBhvr>
                                      <p:tavLst>
                                        <p:tav tm="0">
                                          <p:val>
                                            <p:fltVal val="-90.0"/>
                                          </p:val>
                                        </p:tav>
                                        <p:tav tm="100000">
                                          <p:val>
                                            <p:fltVal val="0.0"/>
                                          </p:val>
                                        </p:tav>
                                      </p:tavLst>
                                    </p:anim>
                                    <p:anim calcmode="lin" valueType="num">
                                      <p:cBhvr>
                                        <p:cTn decel="50000" dur="500" fill="hold" id="14">
                                          <p:stCondLst>
                                            <p:cond delay="0"/>
                                          </p:stCondLst>
                                        </p:cTn>
                                        <p:tgtEl>
                                          <p:spTgt spid="1048602"/>
                                        </p:tgtEl>
                                        <p:attrNameLst>
                                          <p:attrName>ppt_w</p:attrName>
                                        </p:attrNameLst>
                                      </p:cBhvr>
                                      <p:tavLst>
                                        <p:tav tm="0">
                                          <p:val>
                                            <p:strVal val="#ppt_w"/>
                                          </p:val>
                                        </p:tav>
                                        <p:tav tm="100000">
                                          <p:val>
                                            <p:strVal val="#ppt_w*.05"/>
                                          </p:val>
                                        </p:tav>
                                      </p:tavLst>
                                    </p:anim>
                                    <p:anim calcmode="lin" valueType="num">
                                      <p:cBhvr>
                                        <p:cTn accel="50000" dur="500" fill="hold" id="15">
                                          <p:stCondLst>
                                            <p:cond delay="500"/>
                                          </p:stCondLst>
                                        </p:cTn>
                                        <p:tgtEl>
                                          <p:spTgt spid="1048602"/>
                                        </p:tgtEl>
                                        <p:attrNameLst>
                                          <p:attrName>ppt_w</p:attrName>
                                        </p:attrNameLst>
                                      </p:cBhvr>
                                      <p:tavLst>
                                        <p:tav tm="0">
                                          <p:val>
                                            <p:strVal val="#ppt_w*.05"/>
                                          </p:val>
                                        </p:tav>
                                        <p:tav tm="100000">
                                          <p:val>
                                            <p:strVal val="#ppt_w"/>
                                          </p:val>
                                        </p:tav>
                                      </p:tavLst>
                                    </p:anim>
                                    <p:anim calcmode="lin" valueType="num">
                                      <p:cBhvr>
                                        <p:cTn dur="1000" fill="hold" id="16"/>
                                        <p:tgtEl>
                                          <p:spTgt spid="1048602"/>
                                        </p:tgtEl>
                                        <p:attrNameLst>
                                          <p:attrName>ppt_h</p:attrName>
                                        </p:attrNameLst>
                                      </p:cBhvr>
                                      <p:tavLst>
                                        <p:tav tm="0">
                                          <p:val>
                                            <p:strVal val="#ppt_h"/>
                                          </p:val>
                                        </p:tav>
                                        <p:tav tm="100000">
                                          <p:val>
                                            <p:strVal val="#ppt_h"/>
                                          </p:val>
                                        </p:tav>
                                      </p:tavLst>
                                    </p:anim>
                                    <p:anim calcmode="lin" valueType="num">
                                      <p:cBhvr>
                                        <p:cTn decel="50000" dur="500" fill="hold" id="17">
                                          <p:stCondLst>
                                            <p:cond delay="0"/>
                                          </p:stCondLst>
                                        </p:cTn>
                                        <p:tgtEl>
                                          <p:spTgt spid="1048602"/>
                                        </p:tgtEl>
                                        <p:attrNameLst>
                                          <p:attrName>ppt_x</p:attrName>
                                        </p:attrNameLst>
                                      </p:cBhvr>
                                      <p:tavLst>
                                        <p:tav tm="0">
                                          <p:val>
                                            <p:strVal val="#ppt_x+.4"/>
                                          </p:val>
                                        </p:tav>
                                        <p:tav tm="100000">
                                          <p:val>
                                            <p:strVal val="#ppt_x"/>
                                          </p:val>
                                        </p:tav>
                                      </p:tavLst>
                                    </p:anim>
                                    <p:anim calcmode="lin" valueType="num">
                                      <p:cBhvr>
                                        <p:cTn decel="50000" dur="500" fill="hold" id="18">
                                          <p:stCondLst>
                                            <p:cond delay="0"/>
                                          </p:stCondLst>
                                        </p:cTn>
                                        <p:tgtEl>
                                          <p:spTgt spid="1048602"/>
                                        </p:tgtEl>
                                        <p:attrNameLst>
                                          <p:attrName>ppt_y</p:attrName>
                                        </p:attrNameLst>
                                      </p:cBhvr>
                                      <p:tavLst>
                                        <p:tav tm="0">
                                          <p:val>
                                            <p:strVal val="#ppt_y-.2"/>
                                          </p:val>
                                        </p:tav>
                                        <p:tav tm="100000">
                                          <p:val>
                                            <p:strVal val="#ppt_y+.1"/>
                                          </p:val>
                                        </p:tav>
                                      </p:tavLst>
                                    </p:anim>
                                    <p:anim calcmode="lin" valueType="num">
                                      <p:cBhvr>
                                        <p:cTn accel="50000" dur="500" fill="hold" id="19">
                                          <p:stCondLst>
                                            <p:cond delay="500"/>
                                          </p:stCondLst>
                                        </p:cTn>
                                        <p:tgtEl>
                                          <p:spTgt spid="1048602"/>
                                        </p:tgtEl>
                                        <p:attrNameLst>
                                          <p:attrName>ppt_y</p:attrName>
                                        </p:attrNameLst>
                                      </p:cBhvr>
                                      <p:tavLst>
                                        <p:tav tm="0">
                                          <p:val>
                                            <p:strVal val="#ppt_y+.1"/>
                                          </p:val>
                                        </p:tav>
                                        <p:tav tm="100000">
                                          <p:val>
                                            <p:strVal val="#ppt_y"/>
                                          </p:val>
                                        </p:tav>
                                      </p:tavLst>
                                    </p:anim>
                                    <p:animEffect transition="in" filter="fade">
                                      <p:cBhvr>
                                        <p:cTn decel="50000" dur="1000" id="20">
                                          <p:stCondLst>
                                            <p:cond delay="0"/>
                                          </p:stCondLst>
                                        </p:cTn>
                                        <p:tgtEl>
                                          <p:spTgt spid="1048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0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24" name=""/>
        <p:cNvGrpSpPr/>
        <p:nvPr/>
      </p:nvGrpSpPr>
      <p:grpSpPr>
        <a:xfrm>
          <a:off x="0" y="0"/>
          <a:ext cx="0" cy="0"/>
          <a:chOff x="0" y="0"/>
          <a:chExt cx="0" cy="0"/>
        </a:xfrm>
      </p:grpSpPr>
      <p:sp>
        <p:nvSpPr>
          <p:cNvPr id="1048609" name="Rectangle 3"/>
          <p:cNvSpPr txBox="1">
            <a:spLocks noRot="1" noChangeArrowheads="1"/>
          </p:cNvSpPr>
          <p:nvPr/>
        </p:nvSpPr>
        <p:spPr>
          <a:xfrm>
            <a:off x="216024" y="1275606"/>
            <a:ext cx="8820472" cy="3312368"/>
          </a:xfrm>
          <a:prstGeom prst="rect"/>
        </p:spPr>
        <p:txBody>
          <a:bodyPr/>
          <a:p>
            <a:pPr defTabSz="685800" eaLnBrk="0" fontAlgn="base" hangingPunct="0">
              <a:lnSpc>
                <a:spcPct val="125000"/>
              </a:lnSpc>
              <a:spcAft>
                <a:spcPct val="0"/>
              </a:spcAft>
            </a:pPr>
            <a:r>
              <a:rPr altLang="zh-CN" b="1" dirty="0" sz="2400" lang="en-US">
                <a:solidFill>
                  <a:prstClr val="black"/>
                </a:solidFill>
                <a:latin typeface="楷体" panose="02010609060101010101" pitchFamily="49" charset="-122"/>
                <a:ea typeface="楷体" panose="02010609060101010101" pitchFamily="49" charset="-122"/>
              </a:rPr>
              <a:t>    《</a:t>
            </a:r>
            <a:r>
              <a:rPr altLang="en-US" b="1" dirty="0" sz="2400" lang="zh-CN">
                <a:solidFill>
                  <a:prstClr val="black"/>
                </a:solidFill>
                <a:latin typeface="楷体" panose="02010609060101010101" pitchFamily="49" charset="-122"/>
                <a:ea typeface="楷体" panose="02010609060101010101" pitchFamily="49" charset="-122"/>
              </a:rPr>
              <a:t>水浒传</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的故事源起于北宋宣和年间的话本</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大宋宣和遗事</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，其中描述了宋江、吴用、晁盖等</a:t>
            </a:r>
            <a:r>
              <a:rPr altLang="zh-CN" b="1" dirty="0" sz="2400" lang="en-US">
                <a:solidFill>
                  <a:prstClr val="black"/>
                </a:solidFill>
                <a:latin typeface="楷体" panose="02010609060101010101" pitchFamily="49" charset="-122"/>
                <a:ea typeface="楷体" panose="02010609060101010101" pitchFamily="49" charset="-122"/>
              </a:rPr>
              <a:t>36</a:t>
            </a:r>
            <a:r>
              <a:rPr altLang="en-US" b="1" dirty="0" sz="2400" lang="zh-CN">
                <a:solidFill>
                  <a:prstClr val="black"/>
                </a:solidFill>
                <a:latin typeface="楷体" panose="02010609060101010101" pitchFamily="49" charset="-122"/>
                <a:ea typeface="楷体" panose="02010609060101010101" pitchFamily="49" charset="-122"/>
              </a:rPr>
              <a:t>人起义造反的故事，初步具有了</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水浒传</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的故事梗概。从宋代之史籍</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东都事略</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以后，已成为了民间文学的主要题材，到了元朝，元杂剧中出现了有关水浒故事的剧本，其中流传后世的有高文秀的</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黑旋风双献功</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，李文蔚的</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燕青博鱼</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和康进之的</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李逵负荆</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等。</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水浒传</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全书是到了明朝，经许多作者不断增添情节乃至定型。</a:t>
            </a:r>
          </a:p>
        </p:txBody>
      </p:sp>
      <p:grpSp>
        <p:nvGrpSpPr>
          <p:cNvPr id="125" name="组合 8"/>
          <p:cNvGrpSpPr/>
          <p:nvPr/>
        </p:nvGrpSpPr>
        <p:grpSpPr bwMode="auto">
          <a:xfrm>
            <a:off x="0" y="31750"/>
            <a:ext cx="2051050" cy="561385"/>
            <a:chOff x="0" y="-63"/>
            <a:chExt cx="3231" cy="883"/>
          </a:xfrm>
        </p:grpSpPr>
        <p:sp>
          <p:nvSpPr>
            <p:cNvPr id="1048610" name="文本框 6"/>
            <p:cNvSpPr txBox="1">
              <a:spLocks noChangeArrowheads="1"/>
            </p:cNvSpPr>
            <p:nvPr/>
          </p:nvSpPr>
          <p:spPr bwMode="auto">
            <a:xfrm>
              <a:off x="678" y="-63"/>
              <a:ext cx="2529"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dirty="0" sz="2800" kumimoji="1" lang="zh-CN">
                  <a:solidFill>
                    <a:prstClr val="black"/>
                  </a:solidFill>
                  <a:latin typeface="黑体" panose="02010609060101010101" pitchFamily="49" charset="-122"/>
                  <a:ea typeface="黑体" panose="02010609060101010101" pitchFamily="49" charset="-122"/>
                </a:rPr>
                <a:t>知识备查</a:t>
              </a:r>
            </a:p>
          </p:txBody>
        </p:sp>
        <p:cxnSp>
          <p:nvCxnSpPr>
            <p:cNvPr id="3145730" name="直线连接符 9"/>
            <p:cNvCxnSpPr>
              <a:cxnSpLocks/>
            </p:cNvCxnSpPr>
            <p:nvPr/>
          </p:nvCxnSpPr>
          <p:spPr>
            <a:xfrm>
              <a:off x="0" y="701"/>
              <a:ext cx="323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611" name="菱形 7"/>
            <p:cNvSpPr/>
            <p:nvPr/>
          </p:nvSpPr>
          <p:spPr>
            <a:xfrm>
              <a:off x="125" y="149"/>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grpSp>
        <p:nvGrpSpPr>
          <p:cNvPr id="126" name="组合 1"/>
          <p:cNvGrpSpPr/>
          <p:nvPr/>
        </p:nvGrpSpPr>
        <p:grpSpPr bwMode="auto">
          <a:xfrm>
            <a:off x="3700463" y="555526"/>
            <a:ext cx="1743075" cy="637539"/>
            <a:chOff x="3333750" y="598488"/>
            <a:chExt cx="1743075" cy="637539"/>
          </a:xfrm>
        </p:grpSpPr>
        <p:sp>
          <p:nvSpPr>
            <p:cNvPr id="1048612" name="圆角矩形 10"/>
            <p:cNvSpPr/>
            <p:nvPr/>
          </p:nvSpPr>
          <p:spPr>
            <a:xfrm rot="555800">
              <a:off x="4602163" y="715963"/>
              <a:ext cx="442912" cy="419100"/>
            </a:xfrm>
            <a:prstGeom prst="roundRect"/>
            <a:solidFill>
              <a:schemeClr val="accent6">
                <a:lumMod val="75000"/>
              </a:schemeClr>
            </a:solidFill>
            <a:ln>
              <a:noFill/>
            </a:ln>
          </p:spPr>
          <p:style>
            <a:lnRef idx="2">
              <a:schemeClr val="dk1"/>
            </a:lnRef>
            <a:fillRef idx="1">
              <a:schemeClr val="lt1"/>
            </a:fillRef>
            <a:effectRef idx="0">
              <a:schemeClr val="dk1"/>
            </a:effectRef>
            <a:fontRef idx="minor">
              <a:schemeClr val="dk1"/>
            </a:fontRef>
          </p:style>
          <p:txBody>
            <a:bodyPr anchor="ctr"/>
            <a:p>
              <a:pPr algn="ctr" fontAlgn="base">
                <a:spcBef>
                  <a:spcPct val="0"/>
                </a:spcBef>
                <a:spcAft>
                  <a:spcPct val="0"/>
                </a:spcAft>
              </a:pPr>
              <a:endParaRPr altLang="en-US" kumimoji="1" lang="zh-CN">
                <a:solidFill>
                  <a:prstClr val="black"/>
                </a:solidFill>
              </a:endParaRPr>
            </a:p>
          </p:txBody>
        </p:sp>
        <p:sp>
          <p:nvSpPr>
            <p:cNvPr id="1048613" name="圆角矩形 11"/>
            <p:cNvSpPr/>
            <p:nvPr/>
          </p:nvSpPr>
          <p:spPr>
            <a:xfrm rot="20470821">
              <a:off x="4197350" y="722313"/>
              <a:ext cx="442913" cy="420687"/>
            </a:xfrm>
            <a:prstGeom prst="roundRect"/>
            <a:solidFill>
              <a:schemeClr val="accent3">
                <a:lumMod val="50000"/>
              </a:schemeClr>
            </a:solidFill>
            <a:ln>
              <a:noFill/>
            </a:ln>
          </p:spPr>
          <p:style>
            <a:lnRef idx="2">
              <a:schemeClr val="dk1"/>
            </a:lnRef>
            <a:fillRef idx="1">
              <a:schemeClr val="lt1"/>
            </a:fillRef>
            <a:effectRef idx="0">
              <a:schemeClr val="dk1"/>
            </a:effectRef>
            <a:fontRef idx="minor">
              <a:schemeClr val="dk1"/>
            </a:fontRef>
          </p:style>
          <p:txBody>
            <a:bodyPr anchor="ctr"/>
            <a:p>
              <a:pPr algn="ctr" fontAlgn="base">
                <a:spcBef>
                  <a:spcPct val="0"/>
                </a:spcBef>
                <a:spcAft>
                  <a:spcPct val="0"/>
                </a:spcAft>
              </a:pPr>
              <a:endParaRPr altLang="en-US" kumimoji="1" lang="zh-CN">
                <a:solidFill>
                  <a:prstClr val="black"/>
                </a:solidFill>
              </a:endParaRPr>
            </a:p>
          </p:txBody>
        </p:sp>
        <p:sp>
          <p:nvSpPr>
            <p:cNvPr id="1048614" name="圆角矩形 12"/>
            <p:cNvSpPr/>
            <p:nvPr/>
          </p:nvSpPr>
          <p:spPr>
            <a:xfrm rot="319204">
              <a:off x="3778250" y="722313"/>
              <a:ext cx="441325" cy="420687"/>
            </a:xfrm>
            <a:prstGeom prst="roundRect"/>
            <a:solidFill>
              <a:schemeClr val="accent1">
                <a:lumMod val="75000"/>
              </a:schemeClr>
            </a:solidFill>
            <a:ln>
              <a:noFill/>
            </a:ln>
          </p:spPr>
          <p:style>
            <a:lnRef idx="2">
              <a:schemeClr val="dk1"/>
            </a:lnRef>
            <a:fillRef idx="1">
              <a:schemeClr val="lt1"/>
            </a:fillRef>
            <a:effectRef idx="0">
              <a:schemeClr val="dk1"/>
            </a:effectRef>
            <a:fontRef idx="minor">
              <a:schemeClr val="dk1"/>
            </a:fontRef>
          </p:style>
          <p:txBody>
            <a:bodyPr anchor="ctr"/>
            <a:p>
              <a:pPr algn="ctr" fontAlgn="base">
                <a:spcBef>
                  <a:spcPct val="0"/>
                </a:spcBef>
                <a:spcAft>
                  <a:spcPct val="0"/>
                </a:spcAft>
              </a:pPr>
              <a:endParaRPr altLang="en-US" kumimoji="1" lang="zh-CN">
                <a:solidFill>
                  <a:prstClr val="black"/>
                </a:solidFill>
              </a:endParaRPr>
            </a:p>
          </p:txBody>
        </p:sp>
        <p:sp>
          <p:nvSpPr>
            <p:cNvPr id="1048615" name="圆角矩形 13"/>
            <p:cNvSpPr/>
            <p:nvPr/>
          </p:nvSpPr>
          <p:spPr>
            <a:xfrm rot="21148334">
              <a:off x="3368675" y="730250"/>
              <a:ext cx="441325" cy="420688"/>
            </a:xfrm>
            <a:prstGeom prst="roundRect"/>
            <a:solidFill>
              <a:schemeClr val="accent2"/>
            </a:solidFill>
            <a:ln>
              <a:noFill/>
            </a:ln>
          </p:spPr>
          <p:style>
            <a:lnRef idx="2">
              <a:schemeClr val="dk1"/>
            </a:lnRef>
            <a:fillRef idx="1">
              <a:schemeClr val="lt1"/>
            </a:fillRef>
            <a:effectRef idx="0">
              <a:schemeClr val="dk1"/>
            </a:effectRef>
            <a:fontRef idx="minor">
              <a:schemeClr val="dk1"/>
            </a:fontRef>
          </p:style>
          <p:txBody>
            <a:bodyPr anchor="ctr"/>
            <a:p>
              <a:pPr algn="ctr" fontAlgn="base">
                <a:spcBef>
                  <a:spcPct val="0"/>
                </a:spcBef>
                <a:spcAft>
                  <a:spcPct val="0"/>
                </a:spcAft>
              </a:pPr>
              <a:endParaRPr altLang="en-US" kumimoji="1" lang="zh-CN">
                <a:solidFill>
                  <a:prstClr val="black"/>
                </a:solidFill>
              </a:endParaRPr>
            </a:p>
          </p:txBody>
        </p:sp>
        <p:sp>
          <p:nvSpPr>
            <p:cNvPr id="1048616" name="矩形 1"/>
            <p:cNvSpPr>
              <a:spLocks noChangeArrowheads="1"/>
            </p:cNvSpPr>
            <p:nvPr/>
          </p:nvSpPr>
          <p:spPr bwMode="auto">
            <a:xfrm>
              <a:off x="3333750" y="598488"/>
              <a:ext cx="1743075" cy="637539"/>
            </a:xfrm>
            <a:prstGeom prst="rect"/>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dist" fontAlgn="base">
                <a:lnSpc>
                  <a:spcPts val="4300"/>
                </a:lnSpc>
                <a:spcBef>
                  <a:spcPct val="0"/>
                </a:spcBef>
                <a:spcAft>
                  <a:spcPct val="0"/>
                </a:spcAft>
              </a:pPr>
              <a:r>
                <a:rPr altLang="en-US" b="1" dirty="0" sz="2800" lang="zh-CN">
                  <a:solidFill>
                    <a:prstClr val="white"/>
                  </a:solidFill>
                  <a:latin typeface="楷体" panose="02010609060101010101" pitchFamily="49" charset="-122"/>
                  <a:ea typeface="楷体" panose="02010609060101010101" pitchFamily="49" charset="-122"/>
                </a:rPr>
                <a:t>背景资料</a:t>
              </a:r>
            </a:p>
          </p:txBody>
        </p:sp>
      </p:grpSp>
    </p:spTree>
  </p:cSld>
  <p:clrMapOvr>
    <a:masterClrMapping/>
  </p:clrMapOvr>
  <p:transition spd="slow">
    <p:random/>
  </p:transition>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30" name=""/>
        <p:cNvGrpSpPr/>
        <p:nvPr/>
      </p:nvGrpSpPr>
      <p:grpSpPr>
        <a:xfrm>
          <a:off x="0" y="0"/>
          <a:ext cx="0" cy="0"/>
          <a:chOff x="0" y="0"/>
          <a:chExt cx="0" cy="0"/>
        </a:xfrm>
      </p:grpSpPr>
      <p:sp>
        <p:nvSpPr>
          <p:cNvPr id="1048624" name="Rectangle 3"/>
          <p:cNvSpPr txBox="1">
            <a:spLocks noRot="1" noChangeArrowheads="1"/>
          </p:cNvSpPr>
          <p:nvPr/>
        </p:nvSpPr>
        <p:spPr>
          <a:xfrm>
            <a:off x="539552" y="1419622"/>
            <a:ext cx="8424936" cy="3143250"/>
          </a:xfrm>
          <a:prstGeom prst="rect"/>
        </p:spPr>
        <p:txBody>
          <a:bodyPr/>
          <a:p>
            <a:pPr eaLnBrk="0" fontAlgn="base" hangingPunct="0">
              <a:lnSpc>
                <a:spcPts val="3400"/>
              </a:lnSpc>
              <a:spcBef>
                <a:spcPct val="0"/>
              </a:spcBef>
              <a:spcAft>
                <a:spcPct val="0"/>
              </a:spcAft>
            </a:pPr>
            <a:r>
              <a:rPr altLang="zh-CN" b="1" dirty="0" sz="2500" lang="en-US">
                <a:solidFill>
                  <a:prstClr val="black">
                    <a:lumMod val="95000"/>
                    <a:lumOff val="5000"/>
                  </a:prstClr>
                </a:solidFill>
                <a:latin typeface="楷体" panose="02010609060101010101" pitchFamily="49" charset="-122"/>
                <a:ea typeface="楷体" panose="02010609060101010101" pitchFamily="49" charset="-122"/>
              </a:rPr>
              <a:t>    </a:t>
            </a:r>
            <a:r>
              <a:rPr altLang="zh-CN" b="1" dirty="0" sz="2500" lang="en-US">
                <a:solidFill>
                  <a:prstClr val="black"/>
                </a:solidFill>
                <a:latin typeface="楷体" panose="02010609060101010101" pitchFamily="49" charset="-122"/>
                <a:ea typeface="楷体" panose="02010609060101010101" pitchFamily="49" charset="-122"/>
              </a:rPr>
              <a:t>《</a:t>
            </a:r>
            <a:r>
              <a:rPr altLang="en-US" b="1" dirty="0" sz="2500" lang="zh-CN">
                <a:solidFill>
                  <a:prstClr val="black"/>
                </a:solidFill>
                <a:latin typeface="楷体" panose="02010609060101010101" pitchFamily="49" charset="-122"/>
                <a:ea typeface="楷体" panose="02010609060101010101" pitchFamily="49" charset="-122"/>
              </a:rPr>
              <a:t>水浒传</a:t>
            </a:r>
            <a:r>
              <a:rPr altLang="zh-CN" b="1" dirty="0" sz="2500" lang="en-US">
                <a:solidFill>
                  <a:prstClr val="black"/>
                </a:solidFill>
                <a:latin typeface="楷体" panose="02010609060101010101" pitchFamily="49" charset="-122"/>
                <a:ea typeface="楷体" panose="02010609060101010101" pitchFamily="49" charset="-122"/>
              </a:rPr>
              <a:t>》</a:t>
            </a:r>
            <a:r>
              <a:rPr altLang="en-US" b="1" dirty="0" sz="2500" lang="zh-CN">
                <a:solidFill>
                  <a:prstClr val="black"/>
                </a:solidFill>
                <a:latin typeface="楷体" panose="02010609060101010101" pitchFamily="49" charset="-122"/>
                <a:ea typeface="楷体" panose="02010609060101010101" pitchFamily="49" charset="-122"/>
              </a:rPr>
              <a:t>是中国历史上第一部歌颂农民起义的长篇小说，它是一部奇书，为“造反者”树碑立传。全书主要描写北宋末年以宋江为首的一百零八人在山东梁山泊聚义的故事，渲染他们豪侠仗义、除暴安良的英雄壮举，记述了他们从起义到兴盛再到最终失败的全过程。小说成功地塑造了宋江、林冲、李逵、鲁智深、武松等性格鲜明的人物形象，也向读者展示了宋代的政治与社会状况。</a:t>
            </a:r>
          </a:p>
          <a:p>
            <a:pPr eaLnBrk="0" fontAlgn="base" hangingPunct="0">
              <a:lnSpc>
                <a:spcPts val="3400"/>
              </a:lnSpc>
              <a:spcBef>
                <a:spcPct val="0"/>
              </a:spcBef>
              <a:spcAft>
                <a:spcPct val="0"/>
              </a:spcAft>
            </a:pPr>
            <a:endParaRPr altLang="en-US" dirty="0" sz="2500" lang="zh-CN">
              <a:solidFill>
                <a:srgbClr val="0000FF"/>
              </a:solidFill>
            </a:endParaRPr>
          </a:p>
        </p:txBody>
      </p:sp>
      <p:grpSp>
        <p:nvGrpSpPr>
          <p:cNvPr id="131" name="组合 1"/>
          <p:cNvGrpSpPr/>
          <p:nvPr/>
        </p:nvGrpSpPr>
        <p:grpSpPr bwMode="auto">
          <a:xfrm>
            <a:off x="3700463" y="627534"/>
            <a:ext cx="1743075" cy="637539"/>
            <a:chOff x="3333750" y="598488"/>
            <a:chExt cx="1743075" cy="637539"/>
          </a:xfrm>
        </p:grpSpPr>
        <p:sp>
          <p:nvSpPr>
            <p:cNvPr id="1048625" name="圆角矩形 6"/>
            <p:cNvSpPr/>
            <p:nvPr/>
          </p:nvSpPr>
          <p:spPr>
            <a:xfrm rot="555800">
              <a:off x="4602163" y="715963"/>
              <a:ext cx="442912" cy="419100"/>
            </a:xfrm>
            <a:prstGeom prst="roundRect"/>
            <a:solidFill>
              <a:schemeClr val="accent6">
                <a:lumMod val="75000"/>
              </a:schemeClr>
            </a:solidFill>
            <a:ln>
              <a:noFill/>
            </a:ln>
          </p:spPr>
          <p:style>
            <a:lnRef idx="2">
              <a:schemeClr val="dk1"/>
            </a:lnRef>
            <a:fillRef idx="1">
              <a:schemeClr val="lt1"/>
            </a:fillRef>
            <a:effectRef idx="0">
              <a:schemeClr val="dk1"/>
            </a:effectRef>
            <a:fontRef idx="minor">
              <a:schemeClr val="dk1"/>
            </a:fontRef>
          </p:style>
          <p:txBody>
            <a:bodyPr anchor="ctr"/>
            <a:p>
              <a:pPr algn="ctr" fontAlgn="base">
                <a:spcBef>
                  <a:spcPct val="0"/>
                </a:spcBef>
                <a:spcAft>
                  <a:spcPct val="0"/>
                </a:spcAft>
              </a:pPr>
              <a:endParaRPr altLang="en-US" kumimoji="1" lang="zh-CN">
                <a:solidFill>
                  <a:prstClr val="black"/>
                </a:solidFill>
              </a:endParaRPr>
            </a:p>
          </p:txBody>
        </p:sp>
        <p:sp>
          <p:nvSpPr>
            <p:cNvPr id="1048626" name="圆角矩形 7"/>
            <p:cNvSpPr/>
            <p:nvPr/>
          </p:nvSpPr>
          <p:spPr>
            <a:xfrm rot="20470821">
              <a:off x="4197350" y="722313"/>
              <a:ext cx="442913" cy="420687"/>
            </a:xfrm>
            <a:prstGeom prst="roundRect"/>
            <a:solidFill>
              <a:schemeClr val="accent3">
                <a:lumMod val="50000"/>
              </a:schemeClr>
            </a:solidFill>
            <a:ln>
              <a:noFill/>
            </a:ln>
          </p:spPr>
          <p:style>
            <a:lnRef idx="2">
              <a:schemeClr val="dk1"/>
            </a:lnRef>
            <a:fillRef idx="1">
              <a:schemeClr val="lt1"/>
            </a:fillRef>
            <a:effectRef idx="0">
              <a:schemeClr val="dk1"/>
            </a:effectRef>
            <a:fontRef idx="minor">
              <a:schemeClr val="dk1"/>
            </a:fontRef>
          </p:style>
          <p:txBody>
            <a:bodyPr anchor="ctr"/>
            <a:p>
              <a:pPr algn="ctr" fontAlgn="base">
                <a:spcBef>
                  <a:spcPct val="0"/>
                </a:spcBef>
                <a:spcAft>
                  <a:spcPct val="0"/>
                </a:spcAft>
              </a:pPr>
              <a:endParaRPr altLang="en-US" kumimoji="1" lang="zh-CN">
                <a:solidFill>
                  <a:prstClr val="black"/>
                </a:solidFill>
              </a:endParaRPr>
            </a:p>
          </p:txBody>
        </p:sp>
        <p:sp>
          <p:nvSpPr>
            <p:cNvPr id="1048627" name="圆角矩形 8"/>
            <p:cNvSpPr/>
            <p:nvPr/>
          </p:nvSpPr>
          <p:spPr>
            <a:xfrm rot="319204">
              <a:off x="3778250" y="722313"/>
              <a:ext cx="441325" cy="420687"/>
            </a:xfrm>
            <a:prstGeom prst="roundRect"/>
            <a:solidFill>
              <a:schemeClr val="accent1">
                <a:lumMod val="75000"/>
              </a:schemeClr>
            </a:solidFill>
            <a:ln>
              <a:noFill/>
            </a:ln>
          </p:spPr>
          <p:style>
            <a:lnRef idx="2">
              <a:schemeClr val="dk1"/>
            </a:lnRef>
            <a:fillRef idx="1">
              <a:schemeClr val="lt1"/>
            </a:fillRef>
            <a:effectRef idx="0">
              <a:schemeClr val="dk1"/>
            </a:effectRef>
            <a:fontRef idx="minor">
              <a:schemeClr val="dk1"/>
            </a:fontRef>
          </p:style>
          <p:txBody>
            <a:bodyPr anchor="ctr"/>
            <a:p>
              <a:pPr algn="ctr" fontAlgn="base">
                <a:spcBef>
                  <a:spcPct val="0"/>
                </a:spcBef>
                <a:spcAft>
                  <a:spcPct val="0"/>
                </a:spcAft>
              </a:pPr>
              <a:endParaRPr altLang="en-US" kumimoji="1" lang="zh-CN">
                <a:solidFill>
                  <a:prstClr val="black"/>
                </a:solidFill>
              </a:endParaRPr>
            </a:p>
          </p:txBody>
        </p:sp>
        <p:sp>
          <p:nvSpPr>
            <p:cNvPr id="1048628" name="圆角矩形 9"/>
            <p:cNvSpPr/>
            <p:nvPr/>
          </p:nvSpPr>
          <p:spPr>
            <a:xfrm rot="21148334">
              <a:off x="3368675" y="730250"/>
              <a:ext cx="441325" cy="420688"/>
            </a:xfrm>
            <a:prstGeom prst="roundRect"/>
            <a:solidFill>
              <a:schemeClr val="accent2"/>
            </a:solidFill>
            <a:ln>
              <a:noFill/>
            </a:ln>
          </p:spPr>
          <p:style>
            <a:lnRef idx="2">
              <a:schemeClr val="dk1"/>
            </a:lnRef>
            <a:fillRef idx="1">
              <a:schemeClr val="lt1"/>
            </a:fillRef>
            <a:effectRef idx="0">
              <a:schemeClr val="dk1"/>
            </a:effectRef>
            <a:fontRef idx="minor">
              <a:schemeClr val="dk1"/>
            </a:fontRef>
          </p:style>
          <p:txBody>
            <a:bodyPr anchor="ctr"/>
            <a:p>
              <a:pPr algn="ctr" fontAlgn="base">
                <a:spcBef>
                  <a:spcPct val="0"/>
                </a:spcBef>
                <a:spcAft>
                  <a:spcPct val="0"/>
                </a:spcAft>
              </a:pPr>
              <a:endParaRPr altLang="en-US" kumimoji="1" lang="zh-CN">
                <a:solidFill>
                  <a:prstClr val="black"/>
                </a:solidFill>
              </a:endParaRPr>
            </a:p>
          </p:txBody>
        </p:sp>
        <p:sp>
          <p:nvSpPr>
            <p:cNvPr id="1048629" name="矩形 1"/>
            <p:cNvSpPr>
              <a:spLocks noChangeArrowheads="1"/>
            </p:cNvSpPr>
            <p:nvPr/>
          </p:nvSpPr>
          <p:spPr bwMode="auto">
            <a:xfrm>
              <a:off x="3333750" y="598488"/>
              <a:ext cx="1743075" cy="637539"/>
            </a:xfrm>
            <a:prstGeom prst="rect"/>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dist" fontAlgn="base">
                <a:lnSpc>
                  <a:spcPts val="4300"/>
                </a:lnSpc>
                <a:spcBef>
                  <a:spcPct val="0"/>
                </a:spcBef>
                <a:spcAft>
                  <a:spcPct val="0"/>
                </a:spcAft>
              </a:pPr>
              <a:r>
                <a:rPr altLang="en-US" b="1" dirty="0" sz="2800" lang="zh-CN">
                  <a:solidFill>
                    <a:prstClr val="white"/>
                  </a:solidFill>
                  <a:latin typeface="楷体" panose="02010609060101010101" pitchFamily="49" charset="-122"/>
                  <a:ea typeface="楷体" panose="02010609060101010101" pitchFamily="49" charset="-122"/>
                </a:rPr>
                <a:t>作品简介</a:t>
              </a:r>
            </a:p>
          </p:txBody>
        </p:sp>
      </p:grpSp>
      <p:grpSp>
        <p:nvGrpSpPr>
          <p:cNvPr id="132" name="组合 8"/>
          <p:cNvGrpSpPr/>
          <p:nvPr/>
        </p:nvGrpSpPr>
        <p:grpSpPr bwMode="auto">
          <a:xfrm>
            <a:off x="0" y="31750"/>
            <a:ext cx="2051050" cy="561385"/>
            <a:chOff x="0" y="-63"/>
            <a:chExt cx="3231" cy="883"/>
          </a:xfrm>
        </p:grpSpPr>
        <p:sp>
          <p:nvSpPr>
            <p:cNvPr id="1048630" name="文本框 6"/>
            <p:cNvSpPr txBox="1">
              <a:spLocks noChangeArrowheads="1"/>
            </p:cNvSpPr>
            <p:nvPr/>
          </p:nvSpPr>
          <p:spPr bwMode="auto">
            <a:xfrm>
              <a:off x="678" y="-63"/>
              <a:ext cx="2529"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知识备查</a:t>
              </a:r>
            </a:p>
          </p:txBody>
        </p:sp>
        <p:cxnSp>
          <p:nvCxnSpPr>
            <p:cNvPr id="3145731" name="直线连接符 9"/>
            <p:cNvCxnSpPr>
              <a:cxnSpLocks/>
            </p:cNvCxnSpPr>
            <p:nvPr/>
          </p:nvCxnSpPr>
          <p:spPr>
            <a:xfrm>
              <a:off x="0" y="701"/>
              <a:ext cx="323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631" name="菱形 14"/>
            <p:cNvSpPr/>
            <p:nvPr/>
          </p:nvSpPr>
          <p:spPr>
            <a:xfrm>
              <a:off x="125" y="149"/>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34" name=""/>
        <p:cNvGrpSpPr/>
        <p:nvPr/>
      </p:nvGrpSpPr>
      <p:grpSpPr>
        <a:xfrm>
          <a:off x="0" y="0"/>
          <a:ext cx="0" cy="0"/>
          <a:chOff x="0" y="0"/>
          <a:chExt cx="0" cy="0"/>
        </a:xfrm>
      </p:grpSpPr>
      <p:sp>
        <p:nvSpPr>
          <p:cNvPr id="1048636" name="矩形 3"/>
          <p:cNvSpPr>
            <a:spLocks noChangeArrowheads="1"/>
          </p:cNvSpPr>
          <p:nvPr/>
        </p:nvSpPr>
        <p:spPr bwMode="auto">
          <a:xfrm>
            <a:off x="285750" y="629444"/>
            <a:ext cx="8606730" cy="4206241"/>
          </a:xfrm>
          <a:prstGeom prst="rect"/>
          <a:noFill/>
          <a:ln w="9525">
            <a:noFill/>
            <a:miter lim="800000"/>
          </a:ln>
        </p:spPr>
        <p:txBody>
          <a:bodyPr wrap="square">
            <a:spAutoFit/>
          </a:bodyPr>
          <a:p>
            <a:pPr eaLnBrk="0" fontAlgn="base" hangingPunct="0">
              <a:lnSpc>
                <a:spcPts val="3600"/>
              </a:lnSpc>
              <a:spcBef>
                <a:spcPct val="0"/>
              </a:spcBef>
              <a:spcAft>
                <a:spcPct val="0"/>
              </a:spcAft>
            </a:pPr>
            <a:r>
              <a:rPr altLang="en-US" b="1" dirty="0" sz="2500" lang="zh-CN">
                <a:solidFill>
                  <a:prstClr val="black"/>
                </a:solidFill>
                <a:latin typeface="楷体" panose="02010609060101010101" pitchFamily="49" charset="-122"/>
                <a:ea typeface="楷体" panose="02010609060101010101" pitchFamily="49" charset="-122"/>
              </a:rPr>
              <a:t>    全书可分为三段：</a:t>
            </a:r>
            <a:endParaRPr altLang="zh-CN" b="1" dirty="0" sz="2500" lang="en-US">
              <a:solidFill>
                <a:prstClr val="black"/>
              </a:solidFill>
              <a:latin typeface="楷体" panose="02010609060101010101" pitchFamily="49" charset="-122"/>
              <a:ea typeface="楷体" panose="02010609060101010101" pitchFamily="49" charset="-122"/>
            </a:endParaRPr>
          </a:p>
          <a:p>
            <a:pPr eaLnBrk="0" fontAlgn="base" hangingPunct="0">
              <a:lnSpc>
                <a:spcPts val="3600"/>
              </a:lnSpc>
              <a:spcBef>
                <a:spcPct val="0"/>
              </a:spcBef>
              <a:spcAft>
                <a:spcPct val="0"/>
              </a:spcAft>
            </a:pPr>
            <a:r>
              <a:rPr altLang="zh-CN" b="1" dirty="0" sz="2500" lang="en-US">
                <a:solidFill>
                  <a:prstClr val="black"/>
                </a:solidFill>
                <a:latin typeface="楷体" panose="02010609060101010101" pitchFamily="49" charset="-122"/>
                <a:ea typeface="楷体" panose="02010609060101010101" pitchFamily="49" charset="-122"/>
              </a:rPr>
              <a:t>    </a:t>
            </a:r>
            <a:r>
              <a:rPr altLang="en-US" b="1" dirty="0" sz="2500" lang="zh-CN">
                <a:solidFill>
                  <a:prstClr val="black"/>
                </a:solidFill>
                <a:latin typeface="楷体" panose="02010609060101010101" pitchFamily="49" charset="-122"/>
                <a:ea typeface="楷体" panose="02010609060101010101" pitchFamily="49" charset="-122"/>
              </a:rPr>
              <a:t>第一至第四十回讲述的是各个好汉的故事，他们既有独立性又有关联性；</a:t>
            </a:r>
            <a:endParaRPr altLang="zh-CN" b="1" dirty="0" sz="2500" lang="en-US">
              <a:solidFill>
                <a:prstClr val="black"/>
              </a:solidFill>
              <a:latin typeface="楷体" panose="02010609060101010101" pitchFamily="49" charset="-122"/>
              <a:ea typeface="楷体" panose="02010609060101010101" pitchFamily="49" charset="-122"/>
            </a:endParaRPr>
          </a:p>
          <a:p>
            <a:pPr eaLnBrk="0" fontAlgn="base" hangingPunct="0">
              <a:lnSpc>
                <a:spcPts val="3600"/>
              </a:lnSpc>
              <a:spcBef>
                <a:spcPct val="0"/>
              </a:spcBef>
              <a:spcAft>
                <a:spcPct val="0"/>
              </a:spcAft>
            </a:pPr>
            <a:r>
              <a:rPr altLang="zh-CN" b="1" dirty="0" sz="2500" lang="en-US">
                <a:solidFill>
                  <a:prstClr val="black"/>
                </a:solidFill>
                <a:latin typeface="楷体" panose="02010609060101010101" pitchFamily="49" charset="-122"/>
                <a:ea typeface="楷体" panose="02010609060101010101" pitchFamily="49" charset="-122"/>
              </a:rPr>
              <a:t>    </a:t>
            </a:r>
            <a:r>
              <a:rPr altLang="en-US" b="1" dirty="0" sz="2500" lang="zh-CN">
                <a:solidFill>
                  <a:prstClr val="black"/>
                </a:solidFill>
                <a:latin typeface="楷体" panose="02010609060101010101" pitchFamily="49" charset="-122"/>
                <a:ea typeface="楷体" panose="02010609060101010101" pitchFamily="49" charset="-122"/>
              </a:rPr>
              <a:t>第四十一至第八十回讲述的是好汉们在梁山集合，形成了以宋江为寨主的梁山山寨，并发动一系列对官僚恶霸及附近城池的战争，直到接受北宋朝廷的招安；</a:t>
            </a:r>
            <a:endParaRPr altLang="zh-CN" b="1" dirty="0" sz="2500" lang="en-US">
              <a:solidFill>
                <a:prstClr val="black"/>
              </a:solidFill>
              <a:latin typeface="楷体" panose="02010609060101010101" pitchFamily="49" charset="-122"/>
              <a:ea typeface="楷体" panose="02010609060101010101" pitchFamily="49" charset="-122"/>
            </a:endParaRPr>
          </a:p>
          <a:p>
            <a:pPr eaLnBrk="0" fontAlgn="base" hangingPunct="0">
              <a:lnSpc>
                <a:spcPts val="3600"/>
              </a:lnSpc>
              <a:spcBef>
                <a:spcPct val="0"/>
              </a:spcBef>
              <a:spcAft>
                <a:spcPct val="0"/>
              </a:spcAft>
            </a:pPr>
            <a:r>
              <a:rPr altLang="zh-CN" b="1" dirty="0" sz="2500" lang="en-US">
                <a:solidFill>
                  <a:prstClr val="black"/>
                </a:solidFill>
                <a:latin typeface="楷体" panose="02010609060101010101" pitchFamily="49" charset="-122"/>
                <a:ea typeface="楷体" panose="02010609060101010101" pitchFamily="49" charset="-122"/>
              </a:rPr>
              <a:t>    </a:t>
            </a:r>
            <a:r>
              <a:rPr altLang="en-US" b="1" dirty="0" sz="2500" lang="zh-CN">
                <a:solidFill>
                  <a:prstClr val="black"/>
                </a:solidFill>
                <a:latin typeface="楷体" panose="02010609060101010101" pitchFamily="49" charset="-122"/>
                <a:ea typeface="楷体" panose="02010609060101010101" pitchFamily="49" charset="-122"/>
              </a:rPr>
              <a:t>第八十一回至第一百二十回讲述的是梁山好汉归顺朝廷后，镇压田虎、王庆、方腊等的战争，到最后鸟尽弓藏，悲壮死亡的故事。</a:t>
            </a:r>
            <a:endParaRPr altLang="en-US" dirty="0" sz="2500" lang="zh-CN">
              <a:solidFill>
                <a:prstClr val="black"/>
              </a:solidFill>
              <a:ea typeface="宋体" panose="02010600030101010101" pitchFamily="2" charset="-122"/>
            </a:endParaRPr>
          </a:p>
        </p:txBody>
      </p:sp>
      <p:grpSp>
        <p:nvGrpSpPr>
          <p:cNvPr id="135" name="组合 8"/>
          <p:cNvGrpSpPr/>
          <p:nvPr/>
        </p:nvGrpSpPr>
        <p:grpSpPr bwMode="auto">
          <a:xfrm>
            <a:off x="0" y="51470"/>
            <a:ext cx="2051050" cy="561385"/>
            <a:chOff x="0" y="-63"/>
            <a:chExt cx="3231" cy="883"/>
          </a:xfrm>
        </p:grpSpPr>
        <p:sp>
          <p:nvSpPr>
            <p:cNvPr id="1048637" name="文本框 6"/>
            <p:cNvSpPr txBox="1">
              <a:spLocks noChangeArrowheads="1"/>
            </p:cNvSpPr>
            <p:nvPr/>
          </p:nvSpPr>
          <p:spPr bwMode="auto">
            <a:xfrm>
              <a:off x="678" y="-63"/>
              <a:ext cx="2529"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知识备查</a:t>
              </a:r>
            </a:p>
          </p:txBody>
        </p:sp>
        <p:cxnSp>
          <p:nvCxnSpPr>
            <p:cNvPr id="3145732" name="直线连接符 9"/>
            <p:cNvCxnSpPr>
              <a:cxnSpLocks/>
            </p:cNvCxnSpPr>
            <p:nvPr/>
          </p:nvCxnSpPr>
          <p:spPr>
            <a:xfrm>
              <a:off x="0" y="701"/>
              <a:ext cx="323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638" name="菱形 5"/>
            <p:cNvSpPr/>
            <p:nvPr/>
          </p:nvSpPr>
          <p:spPr>
            <a:xfrm>
              <a:off x="125" y="149"/>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37" name=""/>
        <p:cNvGrpSpPr/>
        <p:nvPr/>
      </p:nvGrpSpPr>
      <p:grpSpPr>
        <a:xfrm>
          <a:off x="0" y="0"/>
          <a:ext cx="0" cy="0"/>
          <a:chOff x="0" y="0"/>
          <a:chExt cx="0" cy="0"/>
        </a:xfrm>
      </p:grpSpPr>
      <p:sp>
        <p:nvSpPr>
          <p:cNvPr id="1048643" name="Rectangle 2"/>
          <p:cNvSpPr txBox="1">
            <a:spLocks noRot="1" noChangeArrowheads="1"/>
          </p:cNvSpPr>
          <p:nvPr/>
        </p:nvSpPr>
        <p:spPr>
          <a:xfrm>
            <a:off x="251520" y="699542"/>
            <a:ext cx="8640960" cy="1584176"/>
          </a:xfrm>
          <a:prstGeom prst="rect"/>
        </p:spPr>
        <p:txBody>
          <a:bodyPr/>
          <a:p>
            <a:pPr defTabSz="685800" eaLnBrk="0" fontAlgn="base" hangingPunct="0">
              <a:lnSpc>
                <a:spcPts val="3600"/>
              </a:lnSpc>
              <a:spcAft>
                <a:spcPct val="0"/>
              </a:spcAft>
            </a:pPr>
            <a:r>
              <a:rPr altLang="zh-CN" b="1" dirty="0" sz="2400" lang="en-US">
                <a:solidFill>
                  <a:prstClr val="black"/>
                </a:solidFill>
                <a:latin typeface="宋体" panose="02010600030101010101" pitchFamily="2" charset="-122"/>
                <a:ea typeface="宋体" panose="02010600030101010101" pitchFamily="2" charset="-122"/>
              </a:rPr>
              <a:t>1.《</a:t>
            </a:r>
            <a:r>
              <a:rPr altLang="en-US" b="1" dirty="0" sz="2400" lang="zh-CN">
                <a:solidFill>
                  <a:prstClr val="black"/>
                </a:solidFill>
                <a:latin typeface="宋体" panose="02010600030101010101" pitchFamily="2" charset="-122"/>
                <a:ea typeface="宋体" panose="02010600030101010101" pitchFamily="2" charset="-122"/>
              </a:rPr>
              <a:t>水浒传</a:t>
            </a:r>
            <a:r>
              <a:rPr altLang="zh-CN" b="1" dirty="0" sz="2400" lang="en-US">
                <a:solidFill>
                  <a:prstClr val="black"/>
                </a:solidFill>
                <a:latin typeface="宋体" panose="02010600030101010101" pitchFamily="2" charset="-122"/>
                <a:ea typeface="宋体" panose="02010600030101010101" pitchFamily="2" charset="-122"/>
              </a:rPr>
              <a:t>》</a:t>
            </a:r>
            <a:r>
              <a:rPr altLang="en-US" b="1" dirty="0" sz="2400" lang="zh-CN">
                <a:solidFill>
                  <a:prstClr val="black"/>
                </a:solidFill>
                <a:latin typeface="宋体" panose="02010600030101010101" pitchFamily="2" charset="-122"/>
                <a:ea typeface="宋体" panose="02010600030101010101" pitchFamily="2" charset="-122"/>
              </a:rPr>
              <a:t>的许多故事充满智慧，例如“智取生辰纲”就策划得极其巧妙。你还爱读哪些精彩的故事？</a:t>
            </a:r>
            <a:endParaRPr altLang="zh-CN" b="1" dirty="0" sz="2400" lang="en-US">
              <a:solidFill>
                <a:prstClr val="black"/>
              </a:solidFill>
              <a:latin typeface="宋体" panose="02010600030101010101" pitchFamily="2" charset="-122"/>
              <a:ea typeface="宋体" panose="02010600030101010101" pitchFamily="2" charset="-122"/>
            </a:endParaRPr>
          </a:p>
          <a:p>
            <a:pPr defTabSz="685800" eaLnBrk="0" fontAlgn="base" hangingPunct="0">
              <a:lnSpc>
                <a:spcPts val="3600"/>
              </a:lnSpc>
              <a:spcAft>
                <a:spcPct val="0"/>
              </a:spcAft>
            </a:pPr>
            <a:r>
              <a:rPr altLang="en-US" dirty="0" sz="2400" lang="zh-CN">
                <a:solidFill>
                  <a:srgbClr val="FF0000"/>
                </a:solidFill>
                <a:latin typeface="楷体" panose="02010609060101010101" pitchFamily="49" charset="-122"/>
                <a:ea typeface="楷体" panose="02010609060101010101" pitchFamily="49" charset="-122"/>
              </a:rPr>
              <a:t>   </a:t>
            </a:r>
            <a:r>
              <a:rPr altLang="en-US" b="1" dirty="0" sz="2400" lang="zh-CN">
                <a:solidFill>
                  <a:srgbClr val="FF0000"/>
                </a:solidFill>
                <a:latin typeface="楷体" panose="02010609060101010101" pitchFamily="49" charset="-122"/>
                <a:ea typeface="楷体" panose="02010609060101010101" pitchFamily="49" charset="-122"/>
              </a:rPr>
              <a:t>请以“我认为</a:t>
            </a:r>
            <a:r>
              <a:rPr altLang="en-US" b="1" dirty="0" sz="2400" lang="zh-CN" u="sng">
                <a:solidFill>
                  <a:srgbClr val="FF0000"/>
                </a:solidFill>
                <a:latin typeface="楷体" panose="02010609060101010101" pitchFamily="49" charset="-122"/>
                <a:ea typeface="楷体" panose="02010609060101010101" pitchFamily="49" charset="-122"/>
              </a:rPr>
              <a:t>     </a:t>
            </a:r>
            <a:r>
              <a:rPr altLang="en-US" b="1" dirty="0" sz="2400" lang="zh-CN">
                <a:solidFill>
                  <a:srgbClr val="FF0000"/>
                </a:solidFill>
                <a:latin typeface="楷体" panose="02010609060101010101" pitchFamily="49" charset="-122"/>
                <a:ea typeface="楷体" panose="02010609060101010101" pitchFamily="49" charset="-122"/>
              </a:rPr>
              <a:t>情节好，因为</a:t>
            </a:r>
            <a:r>
              <a:rPr altLang="en-US" b="1" dirty="0" sz="2400" lang="zh-CN" u="sng">
                <a:solidFill>
                  <a:srgbClr val="FF0000"/>
                </a:solidFill>
                <a:latin typeface="楷体" panose="02010609060101010101" pitchFamily="49" charset="-122"/>
                <a:ea typeface="楷体" panose="02010609060101010101" pitchFamily="49" charset="-122"/>
              </a:rPr>
              <a:t>        </a:t>
            </a:r>
            <a:r>
              <a:rPr altLang="en-US" b="1" dirty="0" sz="2400" lang="zh-CN">
                <a:solidFill>
                  <a:srgbClr val="FF0000"/>
                </a:solidFill>
                <a:latin typeface="楷体" panose="02010609060101010101" pitchFamily="49" charset="-122"/>
                <a:ea typeface="楷体" panose="02010609060101010101" pitchFamily="49" charset="-122"/>
              </a:rPr>
              <a:t>”的形式回答。 </a:t>
            </a:r>
            <a:r>
              <a:rPr altLang="en-US" b="1" dirty="0" sz="2400" lang="zh-CN">
                <a:solidFill>
                  <a:prstClr val="black"/>
                </a:solidFill>
              </a:rPr>
              <a:t> </a:t>
            </a:r>
            <a:endParaRPr altLang="en-US" b="1" dirty="0" sz="2400" lang="zh-CN" u="sng">
              <a:solidFill>
                <a:prstClr val="black"/>
              </a:solidFill>
            </a:endParaRPr>
          </a:p>
        </p:txBody>
      </p:sp>
      <p:sp>
        <p:nvSpPr>
          <p:cNvPr id="1048644" name="Rectangle 3"/>
          <p:cNvSpPr txBox="1">
            <a:spLocks noRot="1" noChangeArrowheads="1"/>
          </p:cNvSpPr>
          <p:nvPr/>
        </p:nvSpPr>
        <p:spPr>
          <a:xfrm>
            <a:off x="285720" y="2427734"/>
            <a:ext cx="8606760" cy="1214464"/>
          </a:xfrm>
          <a:prstGeom prst="rect"/>
        </p:spPr>
        <p:txBody>
          <a:bodyPr/>
          <a:p>
            <a:pPr defTabSz="685800" eaLnBrk="0" fontAlgn="base" hangingPunct="0">
              <a:lnSpc>
                <a:spcPts val="3600"/>
              </a:lnSpc>
              <a:spcAft>
                <a:spcPct val="0"/>
              </a:spcAft>
            </a:pPr>
            <a:r>
              <a:rPr altLang="zh-CN" b="1" dirty="0" sz="2400" lang="en-US">
                <a:solidFill>
                  <a:prstClr val="black"/>
                </a:solidFill>
                <a:latin typeface="宋体" panose="02010600030101010101" pitchFamily="2" charset="-122"/>
                <a:ea typeface="宋体" panose="02010600030101010101" pitchFamily="2" charset="-122"/>
              </a:rPr>
              <a:t>2.</a:t>
            </a:r>
            <a:r>
              <a:rPr altLang="en-US" b="1" dirty="0" sz="2400" lang="zh-CN">
                <a:solidFill>
                  <a:prstClr val="black"/>
                </a:solidFill>
                <a:latin typeface="宋体" panose="02010600030101010101" pitchFamily="2" charset="-122"/>
                <a:ea typeface="宋体" panose="02010600030101010101" pitchFamily="2" charset="-122"/>
              </a:rPr>
              <a:t>作品中的主要人物有哪些？请说出他们的姓名、绰号、性格特点及与人物相关的主要故事情节。</a:t>
            </a:r>
          </a:p>
        </p:txBody>
      </p:sp>
      <p:grpSp>
        <p:nvGrpSpPr>
          <p:cNvPr id="138" name="组合 6"/>
          <p:cNvGrpSpPr/>
          <p:nvPr/>
        </p:nvGrpSpPr>
        <p:grpSpPr bwMode="auto">
          <a:xfrm>
            <a:off x="28575" y="-3175"/>
            <a:ext cx="2006600" cy="561681"/>
            <a:chOff x="70" y="-63"/>
            <a:chExt cx="3160" cy="884"/>
          </a:xfrm>
        </p:grpSpPr>
        <p:sp>
          <p:nvSpPr>
            <p:cNvPr id="1048645"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dirty="0"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33"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646" name="菱形 15"/>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1048643">
                                            <p:txEl>
                                              <p:pRg st="1" end="1"/>
                                            </p:txEl>
                                          </p:spTgt>
                                        </p:tgtEl>
                                        <p:attrNameLst>
                                          <p:attrName>style.visibility</p:attrName>
                                        </p:attrNameLst>
                                      </p:cBhvr>
                                      <p:to>
                                        <p:strVal val="visible"/>
                                      </p:to>
                                    </p:set>
                                    <p:anim calcmode="lin" valueType="num">
                                      <p:cBhvr additive="base">
                                        <p:cTn dur="500" fill="hold" id="7"/>
                                        <p:tgtEl>
                                          <p:spTgt spid="1048643">
                                            <p:txEl>
                                              <p:pRg st="1" end="1"/>
                                            </p:txEl>
                                          </p:spTgt>
                                        </p:tgtEl>
                                        <p:attrNameLst>
                                          <p:attrName>ppt_x</p:attrName>
                                        </p:attrNameLst>
                                      </p:cBhvr>
                                      <p:tavLst>
                                        <p:tav tm="0">
                                          <p:val>
                                            <p:strVal val="#ppt_x"/>
                                          </p:val>
                                        </p:tav>
                                        <p:tav tm="100000">
                                          <p:val>
                                            <p:strVal val="#ppt_x"/>
                                          </p:val>
                                        </p:tav>
                                      </p:tavLst>
                                    </p:anim>
                                    <p:anim calcmode="lin" valueType="num">
                                      <p:cBhvr additive="base">
                                        <p:cTn dur="500" fill="hold" id="8"/>
                                        <p:tgtEl>
                                          <p:spTgt spid="10486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22" presetSubtype="4">
                                  <p:stCondLst>
                                    <p:cond delay="0"/>
                                  </p:stCondLst>
                                  <p:childTnLst>
                                    <p:set>
                                      <p:cBhvr>
                                        <p:cTn dur="1" fill="hold" id="12">
                                          <p:stCondLst>
                                            <p:cond delay="0"/>
                                          </p:stCondLst>
                                        </p:cTn>
                                        <p:tgtEl>
                                          <p:spTgt spid="1048644"/>
                                        </p:tgtEl>
                                        <p:attrNameLst>
                                          <p:attrName>style.visibility</p:attrName>
                                        </p:attrNameLst>
                                      </p:cBhvr>
                                      <p:to>
                                        <p:strVal val="visible"/>
                                      </p:to>
                                    </p:set>
                                    <p:animEffect transition="in" filter="wipe(down)">
                                      <p:cBhvr>
                                        <p:cTn dur="500" id="13"/>
                                        <p:tgtEl>
                                          <p:spTgt spid="1048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40" name=""/>
        <p:cNvGrpSpPr/>
        <p:nvPr/>
      </p:nvGrpSpPr>
      <p:grpSpPr>
        <a:xfrm>
          <a:off x="0" y="0"/>
          <a:ext cx="0" cy="0"/>
          <a:chOff x="0" y="0"/>
          <a:chExt cx="0" cy="0"/>
        </a:xfrm>
      </p:grpSpPr>
      <p:sp>
        <p:nvSpPr>
          <p:cNvPr id="1048651" name="TextBox 4"/>
          <p:cNvSpPr txBox="1">
            <a:spLocks noChangeArrowheads="1"/>
          </p:cNvSpPr>
          <p:nvPr/>
        </p:nvSpPr>
        <p:spPr bwMode="auto">
          <a:xfrm>
            <a:off x="500063" y="1214438"/>
            <a:ext cx="5961062" cy="3503930"/>
          </a:xfrm>
          <a:prstGeom prst="rect"/>
          <a:noFill/>
          <a:ln>
            <a:noFill/>
          </a:ln>
        </p:spPr>
        <p:txBody>
          <a:bodyPr bIns="34290" lIns="68580" rIns="68580" tIns="34290">
            <a:spAutoFit/>
          </a:bodyPr>
          <a:lstStyle>
            <a:lvl1pPr>
              <a:defRPr>
                <a:solidFill>
                  <a:schemeClr val="tx1"/>
                </a:solidFill>
                <a:latin typeface="Calibri" panose="020F0502020204030204" pitchFamily="34" charset="0"/>
                <a:ea typeface="宋体" panose="02010600030101010101" pitchFamily="2" charset="-122"/>
              </a:defRPr>
            </a:lvl1pPr>
            <a:lvl2pPr indent="-285750" marL="742950">
              <a:defRPr>
                <a:solidFill>
                  <a:schemeClr val="tx1"/>
                </a:solidFill>
                <a:latin typeface="Calibri" panose="020F0502020204030204" pitchFamily="34" charset="0"/>
                <a:ea typeface="宋体" panose="02010600030101010101" pitchFamily="2" charset="-122"/>
              </a:defRPr>
            </a:lvl2pPr>
            <a:lvl3pPr indent="-228600" marL="1143000">
              <a:defRPr>
                <a:solidFill>
                  <a:schemeClr val="tx1"/>
                </a:solidFill>
                <a:latin typeface="Calibri" panose="020F0502020204030204" pitchFamily="34" charset="0"/>
                <a:ea typeface="宋体" panose="02010600030101010101" pitchFamily="2" charset="-122"/>
              </a:defRPr>
            </a:lvl3pPr>
            <a:lvl4pPr indent="-228600" marL="1600200">
              <a:defRPr>
                <a:solidFill>
                  <a:schemeClr val="tx1"/>
                </a:solidFill>
                <a:latin typeface="Calibri" panose="020F0502020204030204" pitchFamily="34" charset="0"/>
                <a:ea typeface="宋体" panose="02010600030101010101" pitchFamily="2" charset="-122"/>
              </a:defRPr>
            </a:lvl4pPr>
            <a:lvl5pPr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lnSpc>
                <a:spcPct val="130000"/>
              </a:lnSpc>
              <a:spcBef>
                <a:spcPts val="1000"/>
              </a:spcBef>
              <a:spcAft>
                <a:spcPct val="0"/>
              </a:spcAft>
            </a:pPr>
            <a:r>
              <a:rPr altLang="zh-CN" b="1" dirty="0" sz="2800" lang="en-US">
                <a:solidFill>
                  <a:srgbClr val="FF0000"/>
                </a:solidFill>
                <a:latin typeface="楷体" panose="02010609060101010101" pitchFamily="49" charset="-122"/>
                <a:ea typeface="楷体" panose="02010609060101010101" pitchFamily="49" charset="-122"/>
              </a:rPr>
              <a:t>1.</a:t>
            </a:r>
            <a:r>
              <a:rPr altLang="en-US" b="1" dirty="0" sz="2800" lang="zh-CN">
                <a:solidFill>
                  <a:srgbClr val="FF0000"/>
                </a:solidFill>
                <a:latin typeface="楷体" panose="02010609060101010101" pitchFamily="49" charset="-122"/>
                <a:ea typeface="楷体" panose="02010609060101010101" pitchFamily="49" charset="-122"/>
              </a:rPr>
              <a:t>宋江</a:t>
            </a:r>
            <a:endParaRPr altLang="zh-CN" b="1" dirty="0" sz="2800" lang="en-US">
              <a:solidFill>
                <a:srgbClr val="FF0000"/>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smtClean="0">
                <a:solidFill>
                  <a:srgbClr val="0000FF"/>
                </a:solidFill>
                <a:latin typeface="楷体" panose="02010609060101010101" pitchFamily="49" charset="-122"/>
                <a:ea typeface="楷体" panose="02010609060101010101" pitchFamily="49" charset="-122"/>
              </a:rPr>
              <a:t>绰号：</a:t>
            </a:r>
            <a:r>
              <a:rPr altLang="en-US" b="1" dirty="0" sz="2800" lang="zh-CN" smtClean="0">
                <a:solidFill>
                  <a:prstClr val="black"/>
                </a:solidFill>
                <a:latin typeface="楷体" panose="02010609060101010101" pitchFamily="49" charset="-122"/>
                <a:ea typeface="楷体" panose="02010609060101010101" pitchFamily="49" charset="-122"/>
              </a:rPr>
              <a:t>及时雨</a:t>
            </a:r>
            <a:endParaRPr altLang="zh-CN" b="1" dirty="0" sz="2800" lang="en-US">
              <a:solidFill>
                <a:prstClr val="black"/>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性格</a:t>
            </a:r>
            <a:r>
              <a:rPr altLang="en-US" b="1" dirty="0" sz="2800" lang="zh-CN" smtClean="0">
                <a:solidFill>
                  <a:srgbClr val="0000FF"/>
                </a:solidFill>
                <a:latin typeface="楷体" panose="02010609060101010101" pitchFamily="49" charset="-122"/>
                <a:ea typeface="楷体" panose="02010609060101010101" pitchFamily="49" charset="-122"/>
              </a:rPr>
              <a:t>特点：</a:t>
            </a:r>
            <a:r>
              <a:rPr altLang="en-US" b="1" dirty="0" sz="2800" lang="zh-CN" smtClean="0">
                <a:solidFill>
                  <a:prstClr val="black"/>
                </a:solidFill>
                <a:latin typeface="楷体" panose="02010609060101010101" pitchFamily="49" charset="-122"/>
                <a:ea typeface="楷体" panose="02010609060101010101" pitchFamily="49" charset="-122"/>
              </a:rPr>
              <a:t>为人</a:t>
            </a:r>
            <a:r>
              <a:rPr altLang="en-US" b="1" dirty="0" sz="2800" lang="zh-CN">
                <a:solidFill>
                  <a:prstClr val="black"/>
                </a:solidFill>
                <a:latin typeface="楷体" panose="02010609060101010101" pitchFamily="49" charset="-122"/>
                <a:ea typeface="楷体" panose="02010609060101010101" pitchFamily="49" charset="-122"/>
              </a:rPr>
              <a:t>仗义、善于</a:t>
            </a:r>
            <a:r>
              <a:rPr altLang="en-US" b="1" dirty="0" sz="2800" lang="zh-CN" smtClean="0">
                <a:solidFill>
                  <a:prstClr val="black"/>
                </a:solidFill>
                <a:latin typeface="楷体" panose="02010609060101010101" pitchFamily="49" charset="-122"/>
                <a:ea typeface="楷体" panose="02010609060101010101" pitchFamily="49" charset="-122"/>
              </a:rPr>
              <a:t>用人，但</a:t>
            </a:r>
            <a:r>
              <a:rPr altLang="en-US" b="1" dirty="0" sz="2800" lang="zh-CN">
                <a:solidFill>
                  <a:prstClr val="black"/>
                </a:solidFill>
                <a:latin typeface="楷体" panose="02010609060101010101" pitchFamily="49" charset="-122"/>
                <a:ea typeface="楷体" panose="02010609060101010101" pitchFamily="49" charset="-122"/>
              </a:rPr>
              <a:t>总希望被朝廷</a:t>
            </a:r>
            <a:r>
              <a:rPr altLang="en-US" b="1" dirty="0" sz="2800" lang="zh-CN" smtClean="0">
                <a:solidFill>
                  <a:prstClr val="black"/>
                </a:solidFill>
                <a:latin typeface="楷体" panose="02010609060101010101" pitchFamily="49" charset="-122"/>
                <a:ea typeface="楷体" panose="02010609060101010101" pitchFamily="49" charset="-122"/>
              </a:rPr>
              <a:t>招安</a:t>
            </a:r>
            <a:endParaRPr altLang="zh-CN" b="1" dirty="0" sz="2800" lang="en-US">
              <a:solidFill>
                <a:prstClr val="black"/>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主要</a:t>
            </a:r>
            <a:r>
              <a:rPr altLang="en-US" b="1" dirty="0" sz="2800" lang="zh-CN" smtClean="0">
                <a:solidFill>
                  <a:srgbClr val="0000FF"/>
                </a:solidFill>
                <a:latin typeface="楷体" panose="02010609060101010101" pitchFamily="49" charset="-122"/>
                <a:ea typeface="楷体" panose="02010609060101010101" pitchFamily="49" charset="-122"/>
              </a:rPr>
              <a:t>事迹：</a:t>
            </a:r>
            <a:r>
              <a:rPr altLang="en-US" b="1" dirty="0" sz="2800" lang="zh-CN" smtClean="0">
                <a:solidFill>
                  <a:prstClr val="black"/>
                </a:solidFill>
                <a:latin typeface="楷体" panose="02010609060101010101" pitchFamily="49" charset="-122"/>
                <a:ea typeface="楷体" panose="02010609060101010101" pitchFamily="49" charset="-122"/>
              </a:rPr>
              <a:t>私</a:t>
            </a:r>
            <a:r>
              <a:rPr altLang="en-US" b="1" dirty="0" sz="2800" lang="zh-CN">
                <a:solidFill>
                  <a:prstClr val="black"/>
                </a:solidFill>
                <a:latin typeface="楷体" panose="02010609060101010101" pitchFamily="49" charset="-122"/>
                <a:ea typeface="楷体" panose="02010609060101010101" pitchFamily="49" charset="-122"/>
              </a:rPr>
              <a:t>放晁盖、怒杀阎婆惜</a:t>
            </a:r>
          </a:p>
        </p:txBody>
      </p:sp>
      <p:pic>
        <p:nvPicPr>
          <p:cNvPr id="2097154" name="Picture 23" descr="001sj"/>
          <p:cNvPicPr>
            <a:picLocks noChangeAspect="1" noChangeArrowheads="1"/>
          </p:cNvPicPr>
          <p:nvPr/>
        </p:nvPicPr>
        <p:blipFill>
          <a:blip xmlns:r="http://schemas.openxmlformats.org/officeDocument/2006/relationships" r:embed="rId1"/>
          <a:srcRect/>
          <a:stretch>
            <a:fillRect/>
          </a:stretch>
        </p:blipFill>
        <p:spPr bwMode="auto">
          <a:xfrm>
            <a:off x="6568380" y="771550"/>
            <a:ext cx="2324100" cy="3590925"/>
          </a:xfrm>
          <a:prstGeom prst="rect"/>
          <a:noFill/>
          <a:ln w="9525">
            <a:noFill/>
            <a:miter lim="800000"/>
            <a:headEnd/>
            <a:tailEnd/>
          </a:ln>
        </p:spPr>
      </p:pic>
      <p:grpSp>
        <p:nvGrpSpPr>
          <p:cNvPr id="141" name="组 1"/>
          <p:cNvGrpSpPr/>
          <p:nvPr/>
        </p:nvGrpSpPr>
        <p:grpSpPr bwMode="auto">
          <a:xfrm>
            <a:off x="539552" y="666442"/>
            <a:ext cx="2063736" cy="497840"/>
            <a:chOff x="6317605" y="3824652"/>
            <a:chExt cx="1810395" cy="498035"/>
          </a:xfrm>
        </p:grpSpPr>
        <p:sp>
          <p:nvSpPr>
            <p:cNvPr id="1048652" name="圆角矩形 7"/>
            <p:cNvSpPr/>
            <p:nvPr/>
          </p:nvSpPr>
          <p:spPr>
            <a:xfrm>
              <a:off x="6317605" y="3840544"/>
              <a:ext cx="1810395" cy="449438"/>
            </a:xfrm>
            <a:prstGeom prst="roundRect">
              <a:avLst>
                <a:gd name="adj" fmla="val 50000"/>
              </a:avLst>
            </a:prstGeom>
          </p:spPr>
          <p:style>
            <a:lnRef idx="1">
              <a:schemeClr val="accent3"/>
            </a:lnRef>
            <a:fillRef idx="2">
              <a:schemeClr val="accent3"/>
            </a:fillRef>
            <a:effectRef idx="1">
              <a:schemeClr val="accent3"/>
            </a:effectRef>
            <a:fontRef idx="minor">
              <a:schemeClr val="dk1"/>
            </a:fontRef>
          </p:style>
          <p:txBody>
            <a:bodyPr anchor="ctr"/>
            <a:p>
              <a:pPr algn="ctr" defTabSz="457200"/>
              <a:endParaRPr altLang="en-US" kumimoji="1" lang="zh-CN">
                <a:solidFill>
                  <a:prstClr val="black"/>
                </a:solidFill>
              </a:endParaRPr>
            </a:p>
          </p:txBody>
        </p:sp>
        <p:sp>
          <p:nvSpPr>
            <p:cNvPr id="1048653" name="文本框 30"/>
            <p:cNvSpPr txBox="1">
              <a:spLocks noChangeArrowheads="1"/>
            </p:cNvSpPr>
            <p:nvPr/>
          </p:nvSpPr>
          <p:spPr bwMode="auto">
            <a:xfrm>
              <a:off x="6435954" y="3824652"/>
              <a:ext cx="1550065" cy="498035"/>
            </a:xfrm>
            <a:prstGeom prst="rect"/>
            <a:noFill/>
            <a:ln w="9525">
              <a:noFill/>
              <a:miter lim="800000"/>
            </a:ln>
          </p:spPr>
          <p:txBody>
            <a:bodyPr wrap="square">
              <a:spAutoFit/>
            </a:bodyPr>
            <a:p>
              <a:pPr fontAlgn="base">
                <a:spcBef>
                  <a:spcPct val="0"/>
                </a:spcBef>
                <a:spcAft>
                  <a:spcPct val="0"/>
                </a:spcAft>
              </a:pPr>
              <a:r>
                <a:rPr altLang="en-US" dirty="0" sz="2400" lang="zh-CN">
                  <a:solidFill>
                    <a:prstClr val="black"/>
                  </a:solidFill>
                  <a:latin typeface="黑体" panose="02010609060101010101" pitchFamily="49" charset="-122"/>
                  <a:ea typeface="黑体" panose="02010609060101010101" pitchFamily="49" charset="-122"/>
                </a:rPr>
                <a:t>人物哈哈镜</a:t>
              </a:r>
            </a:p>
          </p:txBody>
        </p:sp>
      </p:grpSp>
      <p:grpSp>
        <p:nvGrpSpPr>
          <p:cNvPr id="142" name="组合 6"/>
          <p:cNvGrpSpPr/>
          <p:nvPr/>
        </p:nvGrpSpPr>
        <p:grpSpPr bwMode="auto">
          <a:xfrm>
            <a:off x="28575" y="-3175"/>
            <a:ext cx="2006600" cy="561681"/>
            <a:chOff x="70" y="-63"/>
            <a:chExt cx="3160" cy="884"/>
          </a:xfrm>
        </p:grpSpPr>
        <p:sp>
          <p:nvSpPr>
            <p:cNvPr id="1048654"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34"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655" name="菱形 12"/>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6" presetSubtype="21">
                                  <p:stCondLst>
                                    <p:cond delay="0"/>
                                  </p:stCondLst>
                                  <p:childTnLst>
                                    <p:set>
                                      <p:cBhvr>
                                        <p:cTn dur="1" fill="hold" id="6">
                                          <p:stCondLst>
                                            <p:cond delay="0"/>
                                          </p:stCondLst>
                                        </p:cTn>
                                        <p:tgtEl>
                                          <p:spTgt spid="1048651">
                                            <p:txEl>
                                              <p:pRg st="0" end="0"/>
                                            </p:txEl>
                                          </p:spTgt>
                                        </p:tgtEl>
                                        <p:attrNameLst>
                                          <p:attrName>style.visibility</p:attrName>
                                        </p:attrNameLst>
                                      </p:cBhvr>
                                      <p:to>
                                        <p:strVal val="visible"/>
                                      </p:to>
                                    </p:set>
                                    <p:animEffect transition="in" filter="barn(inVertical)">
                                      <p:cBhvr>
                                        <p:cTn dur="500" id="7"/>
                                        <p:tgtEl>
                                          <p:spTgt spid="1048651">
                                            <p:txEl>
                                              <p:pRg st="0" end="0"/>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8" presetSubtype="16">
                                  <p:stCondLst>
                                    <p:cond delay="0"/>
                                  </p:stCondLst>
                                  <p:childTnLst>
                                    <p:set>
                                      <p:cBhvr>
                                        <p:cTn dur="1" fill="hold" id="11">
                                          <p:stCondLst>
                                            <p:cond delay="0"/>
                                          </p:stCondLst>
                                        </p:cTn>
                                        <p:tgtEl>
                                          <p:spTgt spid="2097154"/>
                                        </p:tgtEl>
                                        <p:attrNameLst>
                                          <p:attrName>style.visibility</p:attrName>
                                        </p:attrNameLst>
                                      </p:cBhvr>
                                      <p:to>
                                        <p:strVal val="visible"/>
                                      </p:to>
                                    </p:set>
                                    <p:animEffect transition="in" filter="diamond(in)">
                                      <p:cBhvr>
                                        <p:cTn dur="2000" id="12"/>
                                        <p:tgtEl>
                                          <p:spTgt spid="2097154"/>
                                        </p:tgtEl>
                                      </p:cBhvr>
                                    </p:animEffec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6" presetSubtype="21">
                                  <p:stCondLst>
                                    <p:cond delay="0"/>
                                  </p:stCondLst>
                                  <p:childTnLst>
                                    <p:set>
                                      <p:cBhvr>
                                        <p:cTn dur="1" fill="hold" id="16">
                                          <p:stCondLst>
                                            <p:cond delay="0"/>
                                          </p:stCondLst>
                                        </p:cTn>
                                        <p:tgtEl>
                                          <p:spTgt spid="1048651">
                                            <p:txEl>
                                              <p:pRg st="1" end="1"/>
                                            </p:txEl>
                                          </p:spTgt>
                                        </p:tgtEl>
                                        <p:attrNameLst>
                                          <p:attrName>style.visibility</p:attrName>
                                        </p:attrNameLst>
                                      </p:cBhvr>
                                      <p:to>
                                        <p:strVal val="visible"/>
                                      </p:to>
                                    </p:set>
                                    <p:animEffect transition="in" filter="barn(inVertical)">
                                      <p:cBhvr>
                                        <p:cTn dur="500" id="17"/>
                                        <p:tgtEl>
                                          <p:spTgt spid="1048651">
                                            <p:txEl>
                                              <p:pRg st="1" end="1"/>
                                            </p:txEl>
                                          </p:spTgt>
                                        </p:tgtEl>
                                      </p:cBhvr>
                                    </p:animEffect>
                                  </p:childTnLst>
                                </p:cTn>
                              </p:par>
                            </p:childTnLst>
                          </p:cTn>
                        </p:par>
                      </p:childTnLst>
                    </p:cTn>
                  </p:par>
                  <p:par>
                    <p:cTn fill="hold" id="18">
                      <p:stCondLst>
                        <p:cond delay="indefinite"/>
                      </p:stCondLst>
                      <p:childTnLst>
                        <p:par>
                          <p:cTn fill="hold" id="19">
                            <p:stCondLst>
                              <p:cond delay="0"/>
                            </p:stCondLst>
                            <p:childTnLst>
                              <p:par>
                                <p:cTn fill="hold" id="20" nodeType="clickEffect" presetClass="entr" presetID="16" presetSubtype="21">
                                  <p:stCondLst>
                                    <p:cond delay="0"/>
                                  </p:stCondLst>
                                  <p:childTnLst>
                                    <p:set>
                                      <p:cBhvr>
                                        <p:cTn dur="1" fill="hold" id="21">
                                          <p:stCondLst>
                                            <p:cond delay="0"/>
                                          </p:stCondLst>
                                        </p:cTn>
                                        <p:tgtEl>
                                          <p:spTgt spid="1048651">
                                            <p:txEl>
                                              <p:pRg st="2" end="2"/>
                                            </p:txEl>
                                          </p:spTgt>
                                        </p:tgtEl>
                                        <p:attrNameLst>
                                          <p:attrName>style.visibility</p:attrName>
                                        </p:attrNameLst>
                                      </p:cBhvr>
                                      <p:to>
                                        <p:strVal val="visible"/>
                                      </p:to>
                                    </p:set>
                                    <p:animEffect transition="in" filter="barn(inVertical)">
                                      <p:cBhvr>
                                        <p:cTn dur="500" id="22"/>
                                        <p:tgtEl>
                                          <p:spTgt spid="1048651">
                                            <p:txEl>
                                              <p:pRg st="2" end="2"/>
                                            </p:txEl>
                                          </p:spTgt>
                                        </p:tgtEl>
                                      </p:cBhvr>
                                    </p:animEffec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6" presetSubtype="21">
                                  <p:stCondLst>
                                    <p:cond delay="0"/>
                                  </p:stCondLst>
                                  <p:childTnLst>
                                    <p:set>
                                      <p:cBhvr>
                                        <p:cTn dur="1" fill="hold" id="26">
                                          <p:stCondLst>
                                            <p:cond delay="0"/>
                                          </p:stCondLst>
                                        </p:cTn>
                                        <p:tgtEl>
                                          <p:spTgt spid="1048651">
                                            <p:txEl>
                                              <p:pRg st="3" end="3"/>
                                            </p:txEl>
                                          </p:spTgt>
                                        </p:tgtEl>
                                        <p:attrNameLst>
                                          <p:attrName>style.visibility</p:attrName>
                                        </p:attrNameLst>
                                      </p:cBhvr>
                                      <p:to>
                                        <p:strVal val="visible"/>
                                      </p:to>
                                    </p:set>
                                    <p:animEffect transition="in" filter="barn(inVertical)">
                                      <p:cBhvr>
                                        <p:cTn dur="500" id="27"/>
                                        <p:tgtEl>
                                          <p:spTgt spid="10486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44" name=""/>
        <p:cNvGrpSpPr/>
        <p:nvPr/>
      </p:nvGrpSpPr>
      <p:grpSpPr>
        <a:xfrm>
          <a:off x="0" y="0"/>
          <a:ext cx="0" cy="0"/>
          <a:chOff x="0" y="0"/>
          <a:chExt cx="0" cy="0"/>
        </a:xfrm>
      </p:grpSpPr>
      <p:sp>
        <p:nvSpPr>
          <p:cNvPr id="1048660" name="TextBox 4"/>
          <p:cNvSpPr txBox="1">
            <a:spLocks noChangeArrowheads="1"/>
          </p:cNvSpPr>
          <p:nvPr/>
        </p:nvSpPr>
        <p:spPr bwMode="auto">
          <a:xfrm>
            <a:off x="319980" y="627534"/>
            <a:ext cx="8572500" cy="4526280"/>
          </a:xfrm>
          <a:prstGeom prst="rect"/>
          <a:noFill/>
          <a:ln w="9525">
            <a:noFill/>
            <a:miter lim="800000"/>
          </a:ln>
        </p:spPr>
        <p:txBody>
          <a:bodyPr bIns="34290" lIns="68580" rIns="68580" tIns="34290">
            <a:spAutoFit/>
          </a:bodyPr>
          <a:p>
            <a:pPr fontAlgn="base">
              <a:lnSpc>
                <a:spcPct val="130000"/>
              </a:lnSpc>
              <a:spcBef>
                <a:spcPct val="0"/>
              </a:spcBef>
              <a:spcAft>
                <a:spcPct val="0"/>
              </a:spcAft>
              <a:buFont typeface="Wingdings" panose="05000000000000000000" pitchFamily="2" charset="2"/>
              <a:buChar char="u"/>
            </a:pPr>
            <a:r>
              <a:rPr altLang="en-US" b="1" dirty="0" sz="2000" lang="zh-CN">
                <a:solidFill>
                  <a:srgbClr val="0000FF"/>
                </a:solidFill>
                <a:latin typeface="宋体" panose="02010600030101010101" pitchFamily="2" charset="-122"/>
                <a:ea typeface="宋体" panose="02010600030101010101" pitchFamily="2" charset="-122"/>
              </a:rPr>
              <a:t>人物简介</a:t>
            </a:r>
            <a:endParaRPr altLang="zh-CN" b="1" dirty="0" sz="2000" lang="en-US">
              <a:solidFill>
                <a:srgbClr val="0000FF"/>
              </a:solidFill>
              <a:latin typeface="宋体" panose="02010600030101010101" pitchFamily="2" charset="-122"/>
              <a:ea typeface="宋体" panose="02010600030101010101" pitchFamily="2" charset="-122"/>
            </a:endParaRPr>
          </a:p>
          <a:p>
            <a:pPr fontAlgn="base">
              <a:lnSpc>
                <a:spcPct val="130000"/>
              </a:lnSpc>
              <a:spcBef>
                <a:spcPct val="0"/>
              </a:spcBef>
              <a:spcAft>
                <a:spcPct val="0"/>
              </a:spcAft>
            </a:pPr>
            <a:r>
              <a:rPr altLang="zh-CN" b="1" dirty="0" sz="2000" lang="en-US">
                <a:solidFill>
                  <a:srgbClr val="0000FF"/>
                </a:solidFill>
                <a:latin typeface="宋体" panose="02010600030101010101" pitchFamily="2" charset="-122"/>
                <a:ea typeface="宋体" panose="02010600030101010101" pitchFamily="2" charset="-122"/>
              </a:rPr>
              <a:t>    </a:t>
            </a:r>
            <a:r>
              <a:rPr altLang="en-US" b="1" dirty="0" sz="2000" lang="zh-CN">
                <a:solidFill>
                  <a:prstClr val="black"/>
                </a:solidFill>
                <a:latin typeface="宋体" panose="02010600030101010101" pitchFamily="2" charset="-122"/>
                <a:ea typeface="宋体" panose="02010600030101010101" pitchFamily="2" charset="-122"/>
              </a:rPr>
              <a:t>宋江原为山东郓城县一刀笔小吏，字公明，绰号呼保义。面目黝黑，身材矮小，平素为人仗义，挥金如土，好结交朋友，以“及时雨”闻名天下。因晁盖等在黄泥冈劫生辰纲事发，宋江把官军追捕的消息告知晁盖。晁盖等上梁山后，遣刘唐送来书信</a:t>
            </a:r>
            <a:r>
              <a:rPr altLang="zh-CN" b="1" dirty="0" sz="2000" lang="en-US">
                <a:solidFill>
                  <a:prstClr val="black"/>
                </a:solidFill>
                <a:latin typeface="宋体" panose="02010600030101010101" pitchFamily="2" charset="-122"/>
                <a:ea typeface="宋体" panose="02010600030101010101" pitchFamily="2" charset="-122"/>
              </a:rPr>
              <a:t>(</a:t>
            </a:r>
            <a:r>
              <a:rPr altLang="en-US" b="1" dirty="0" sz="2000" lang="zh-CN">
                <a:solidFill>
                  <a:prstClr val="black"/>
                </a:solidFill>
                <a:latin typeface="宋体" panose="02010600030101010101" pitchFamily="2" charset="-122"/>
                <a:ea typeface="宋体" panose="02010600030101010101" pitchFamily="2" charset="-122"/>
              </a:rPr>
              <a:t>招文袋</a:t>
            </a:r>
            <a:r>
              <a:rPr altLang="zh-CN" b="1" dirty="0" sz="2000" lang="en-US">
                <a:solidFill>
                  <a:prstClr val="black"/>
                </a:solidFill>
                <a:latin typeface="宋体" panose="02010600030101010101" pitchFamily="2" charset="-122"/>
                <a:ea typeface="宋体" panose="02010600030101010101" pitchFamily="2" charset="-122"/>
              </a:rPr>
              <a:t>)</a:t>
            </a:r>
            <a:r>
              <a:rPr altLang="en-US" b="1" dirty="0" sz="2000" lang="zh-CN">
                <a:solidFill>
                  <a:prstClr val="black"/>
                </a:solidFill>
                <a:latin typeface="宋体" panose="02010600030101010101" pitchFamily="2" charset="-122"/>
                <a:ea typeface="宋体" panose="02010600030101010101" pitchFamily="2" charset="-122"/>
              </a:rPr>
              <a:t>及五十两黄金酬谢。不料，此信落入其妾阎婆惜之手。无奈，宋江怒杀阎婆惜，后被发配江州，与李逵等相识。却又因在浔阳楼题反诗而被判死罪。幸得梁山好汉搭救，从刑场把宋江救上梁山，坐了副头领之位。后在攻打曾头市时，晁盖面中毒箭而亡，遂坐上头把交椅。日后，宋江率众被朝廷招安。在历次讨伐其他起义军的过程中，梁山好汉死伤甚众，宋江本人也被赐御酒毒死。</a:t>
            </a:r>
          </a:p>
        </p:txBody>
      </p:sp>
      <p:grpSp>
        <p:nvGrpSpPr>
          <p:cNvPr id="145" name="组合 6"/>
          <p:cNvGrpSpPr/>
          <p:nvPr/>
        </p:nvGrpSpPr>
        <p:grpSpPr bwMode="auto">
          <a:xfrm>
            <a:off x="28575" y="-3175"/>
            <a:ext cx="2006600" cy="561681"/>
            <a:chOff x="70" y="-63"/>
            <a:chExt cx="3160" cy="884"/>
          </a:xfrm>
        </p:grpSpPr>
        <p:sp>
          <p:nvSpPr>
            <p:cNvPr id="1048661"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35"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662" name="菱形 6"/>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47" name=""/>
        <p:cNvGrpSpPr/>
        <p:nvPr/>
      </p:nvGrpSpPr>
      <p:grpSpPr>
        <a:xfrm>
          <a:off x="0" y="0"/>
          <a:ext cx="0" cy="0"/>
          <a:chOff x="0" y="0"/>
          <a:chExt cx="0" cy="0"/>
        </a:xfrm>
      </p:grpSpPr>
      <p:sp>
        <p:nvSpPr>
          <p:cNvPr id="1048667" name="TextBox 4"/>
          <p:cNvSpPr txBox="1">
            <a:spLocks noChangeArrowheads="1"/>
          </p:cNvSpPr>
          <p:nvPr/>
        </p:nvSpPr>
        <p:spPr bwMode="auto">
          <a:xfrm>
            <a:off x="2975868" y="701203"/>
            <a:ext cx="5916612" cy="4114800"/>
          </a:xfrm>
          <a:prstGeom prst="rect"/>
          <a:noFill/>
          <a:ln>
            <a:noFill/>
          </a:ln>
        </p:spPr>
        <p:txBody>
          <a:bodyPr bIns="34290" lIns="68580" rIns="68580" tIns="34290">
            <a:spAutoFit/>
          </a:bodyPr>
          <a:lstStyle>
            <a:lvl1pPr>
              <a:defRPr>
                <a:solidFill>
                  <a:schemeClr val="tx1"/>
                </a:solidFill>
                <a:latin typeface="Calibri" panose="020F0502020204030204" pitchFamily="34" charset="0"/>
                <a:ea typeface="宋体" panose="02010600030101010101" pitchFamily="2" charset="-122"/>
              </a:defRPr>
            </a:lvl1pPr>
            <a:lvl2pPr indent="-285750" marL="742950">
              <a:defRPr>
                <a:solidFill>
                  <a:schemeClr val="tx1"/>
                </a:solidFill>
                <a:latin typeface="Calibri" panose="020F0502020204030204" pitchFamily="34" charset="0"/>
                <a:ea typeface="宋体" panose="02010600030101010101" pitchFamily="2" charset="-122"/>
              </a:defRPr>
            </a:lvl2pPr>
            <a:lvl3pPr indent="-228600" marL="1143000">
              <a:defRPr>
                <a:solidFill>
                  <a:schemeClr val="tx1"/>
                </a:solidFill>
                <a:latin typeface="Calibri" panose="020F0502020204030204" pitchFamily="34" charset="0"/>
                <a:ea typeface="宋体" panose="02010600030101010101" pitchFamily="2" charset="-122"/>
              </a:defRPr>
            </a:lvl3pPr>
            <a:lvl4pPr indent="-228600" marL="1600200">
              <a:defRPr>
                <a:solidFill>
                  <a:schemeClr val="tx1"/>
                </a:solidFill>
                <a:latin typeface="Calibri" panose="020F0502020204030204" pitchFamily="34" charset="0"/>
                <a:ea typeface="宋体" panose="02010600030101010101" pitchFamily="2" charset="-122"/>
              </a:defRPr>
            </a:lvl4pPr>
            <a:lvl5pPr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lnSpc>
                <a:spcPct val="130000"/>
              </a:lnSpc>
              <a:spcBef>
                <a:spcPts val="1000"/>
              </a:spcBef>
              <a:spcAft>
                <a:spcPct val="0"/>
              </a:spcAft>
            </a:pPr>
            <a:r>
              <a:rPr altLang="zh-CN" b="1" dirty="0" sz="2800" lang="en-US">
                <a:solidFill>
                  <a:srgbClr val="FF0000"/>
                </a:solidFill>
                <a:latin typeface="楷体" panose="02010609060101010101" pitchFamily="49" charset="-122"/>
                <a:ea typeface="楷体" panose="02010609060101010101" pitchFamily="49" charset="-122"/>
              </a:rPr>
              <a:t>2.</a:t>
            </a:r>
            <a:r>
              <a:rPr altLang="en-US" b="1" dirty="0" sz="2800" lang="zh-CN">
                <a:solidFill>
                  <a:srgbClr val="FF0000"/>
                </a:solidFill>
                <a:latin typeface="楷体" panose="02010609060101010101" pitchFamily="49" charset="-122"/>
                <a:ea typeface="楷体" panose="02010609060101010101" pitchFamily="49" charset="-122"/>
              </a:rPr>
              <a:t>林冲</a:t>
            </a:r>
            <a:endParaRPr altLang="zh-CN" b="1" dirty="0" sz="2800" lang="en-US">
              <a:solidFill>
                <a:srgbClr val="FF0000"/>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smtClean="0">
                <a:solidFill>
                  <a:srgbClr val="0000FF"/>
                </a:solidFill>
                <a:latin typeface="楷体" panose="02010609060101010101" pitchFamily="49" charset="-122"/>
                <a:ea typeface="楷体" panose="02010609060101010101" pitchFamily="49" charset="-122"/>
              </a:rPr>
              <a:t>绰号：</a:t>
            </a:r>
            <a:r>
              <a:rPr altLang="en-US" b="1" dirty="0" sz="2800" lang="zh-CN" smtClean="0">
                <a:solidFill>
                  <a:prstClr val="black"/>
                </a:solidFill>
                <a:latin typeface="楷体" panose="02010609060101010101" pitchFamily="49" charset="-122"/>
                <a:ea typeface="楷体" panose="02010609060101010101" pitchFamily="49" charset="-122"/>
              </a:rPr>
              <a:t>豹子</a:t>
            </a:r>
            <a:r>
              <a:rPr altLang="en-US" b="1" dirty="0" sz="2800" lang="zh-CN">
                <a:solidFill>
                  <a:prstClr val="black"/>
                </a:solidFill>
                <a:latin typeface="楷体" panose="02010609060101010101" pitchFamily="49" charset="-122"/>
                <a:ea typeface="楷体" panose="02010609060101010101" pitchFamily="49" charset="-122"/>
              </a:rPr>
              <a:t>头</a:t>
            </a:r>
            <a:endParaRPr altLang="zh-CN" b="1" dirty="0" sz="2800" lang="en-US">
              <a:solidFill>
                <a:prstClr val="black"/>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性格</a:t>
            </a:r>
            <a:r>
              <a:rPr altLang="en-US" b="1" dirty="0" sz="2800" lang="zh-CN" smtClean="0">
                <a:solidFill>
                  <a:srgbClr val="0000FF"/>
                </a:solidFill>
                <a:latin typeface="楷体" panose="02010609060101010101" pitchFamily="49" charset="-122"/>
                <a:ea typeface="楷体" panose="02010609060101010101" pitchFamily="49" charset="-122"/>
              </a:rPr>
              <a:t>特点：</a:t>
            </a:r>
            <a:r>
              <a:rPr altLang="en-US" b="1" dirty="0" sz="2800" lang="zh-CN" smtClean="0">
                <a:solidFill>
                  <a:prstClr val="black"/>
                </a:solidFill>
                <a:latin typeface="楷体" panose="02010609060101010101" pitchFamily="49" charset="-122"/>
                <a:ea typeface="楷体" panose="02010609060101010101" pitchFamily="49" charset="-122"/>
              </a:rPr>
              <a:t>武艺</a:t>
            </a:r>
            <a:r>
              <a:rPr altLang="en-US" b="1" dirty="0" sz="2800" lang="zh-CN">
                <a:solidFill>
                  <a:prstClr val="black"/>
                </a:solidFill>
                <a:latin typeface="楷体" panose="02010609060101010101" pitchFamily="49" charset="-122"/>
                <a:ea typeface="楷体" panose="02010609060101010101" pitchFamily="49" charset="-122"/>
              </a:rPr>
              <a:t>高强、勇而有</a:t>
            </a:r>
            <a:r>
              <a:rPr altLang="en-US" b="1" dirty="0" sz="2800" lang="zh-CN" smtClean="0">
                <a:solidFill>
                  <a:prstClr val="black"/>
                </a:solidFill>
                <a:latin typeface="楷体" panose="02010609060101010101" pitchFamily="49" charset="-122"/>
                <a:ea typeface="楷体" panose="02010609060101010101" pitchFamily="49" charset="-122"/>
              </a:rPr>
              <a:t>谋，但</a:t>
            </a:r>
            <a:r>
              <a:rPr altLang="en-US" b="1" dirty="0" sz="2800" lang="zh-CN">
                <a:solidFill>
                  <a:prstClr val="black"/>
                </a:solidFill>
                <a:latin typeface="楷体" panose="02010609060101010101" pitchFamily="49" charset="-122"/>
                <a:ea typeface="楷体" panose="02010609060101010101" pitchFamily="49" charset="-122"/>
              </a:rPr>
              <a:t>为人安分守己、循规蹈矩</a:t>
            </a:r>
            <a:endParaRPr altLang="zh-CN" b="1" dirty="0" sz="2800" lang="en-US">
              <a:solidFill>
                <a:prstClr val="black"/>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主要</a:t>
            </a:r>
            <a:r>
              <a:rPr altLang="en-US" b="1" dirty="0" sz="2800" lang="zh-CN" smtClean="0">
                <a:solidFill>
                  <a:srgbClr val="0000FF"/>
                </a:solidFill>
                <a:latin typeface="楷体" panose="02010609060101010101" pitchFamily="49" charset="-122"/>
                <a:ea typeface="楷体" panose="02010609060101010101" pitchFamily="49" charset="-122"/>
              </a:rPr>
              <a:t>事迹：</a:t>
            </a:r>
            <a:r>
              <a:rPr altLang="en-US" b="1" dirty="0" sz="2800" lang="zh-CN" smtClean="0">
                <a:solidFill>
                  <a:prstClr val="black"/>
                </a:solidFill>
                <a:latin typeface="楷体" panose="02010609060101010101" pitchFamily="49" charset="-122"/>
                <a:ea typeface="楷体" panose="02010609060101010101" pitchFamily="49" charset="-122"/>
              </a:rPr>
              <a:t>误</a:t>
            </a:r>
            <a:r>
              <a:rPr altLang="en-US" b="1" dirty="0" sz="2800" lang="zh-CN">
                <a:solidFill>
                  <a:prstClr val="black"/>
                </a:solidFill>
                <a:latin typeface="楷体" panose="02010609060101010101" pitchFamily="49" charset="-122"/>
                <a:ea typeface="楷体" panose="02010609060101010101" pitchFamily="49" charset="-122"/>
              </a:rPr>
              <a:t>闯白虎堂、风雪山神庙、火烧草料场、雪夜上梁山</a:t>
            </a:r>
          </a:p>
        </p:txBody>
      </p:sp>
      <p:pic>
        <p:nvPicPr>
          <p:cNvPr id="2097155" name="Picture 10" descr="fImage1349378456962.png"/>
          <p:cNvPicPr preferRelativeResize="0">
            <a:picLocks noChangeArrowheads="1"/>
          </p:cNvPicPr>
          <p:nvPr/>
        </p:nvPicPr>
        <p:blipFill>
          <a:blip xmlns:r="http://schemas.openxmlformats.org/officeDocument/2006/relationships" r:embed="rId1"/>
          <a:srcRect/>
          <a:stretch>
            <a:fillRect/>
          </a:stretch>
        </p:blipFill>
        <p:spPr bwMode="auto">
          <a:xfrm>
            <a:off x="285720" y="915566"/>
            <a:ext cx="2566988" cy="3442183"/>
          </a:xfrm>
          <a:prstGeom prst="rect"/>
          <a:noFill/>
          <a:ln w="9525">
            <a:noFill/>
            <a:miter lim="800000"/>
            <a:headEnd/>
            <a:tailEnd/>
          </a:ln>
        </p:spPr>
      </p:pic>
      <p:grpSp>
        <p:nvGrpSpPr>
          <p:cNvPr id="148" name="组合 6"/>
          <p:cNvGrpSpPr/>
          <p:nvPr/>
        </p:nvGrpSpPr>
        <p:grpSpPr bwMode="auto">
          <a:xfrm>
            <a:off x="28575" y="-3175"/>
            <a:ext cx="2006600" cy="561681"/>
            <a:chOff x="70" y="-63"/>
            <a:chExt cx="3160" cy="884"/>
          </a:xfrm>
        </p:grpSpPr>
        <p:sp>
          <p:nvSpPr>
            <p:cNvPr id="1048668"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36"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669" name="菱形 6"/>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6" presetSubtype="21">
                                  <p:stCondLst>
                                    <p:cond delay="0"/>
                                  </p:stCondLst>
                                  <p:childTnLst>
                                    <p:set>
                                      <p:cBhvr>
                                        <p:cTn dur="1" fill="hold" id="6">
                                          <p:stCondLst>
                                            <p:cond delay="0"/>
                                          </p:stCondLst>
                                        </p:cTn>
                                        <p:tgtEl>
                                          <p:spTgt spid="1048667">
                                            <p:txEl>
                                              <p:pRg st="0" end="0"/>
                                            </p:txEl>
                                          </p:spTgt>
                                        </p:tgtEl>
                                        <p:attrNameLst>
                                          <p:attrName>style.visibility</p:attrName>
                                        </p:attrNameLst>
                                      </p:cBhvr>
                                      <p:to>
                                        <p:strVal val="visible"/>
                                      </p:to>
                                    </p:set>
                                    <p:animEffect transition="in" filter="barn(inVertical)">
                                      <p:cBhvr>
                                        <p:cTn dur="500" id="7"/>
                                        <p:tgtEl>
                                          <p:spTgt spid="1048667">
                                            <p:txEl>
                                              <p:pRg st="0" end="0"/>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6" presetSubtype="21">
                                  <p:stCondLst>
                                    <p:cond delay="0"/>
                                  </p:stCondLst>
                                  <p:childTnLst>
                                    <p:set>
                                      <p:cBhvr>
                                        <p:cTn dur="1" fill="hold" id="11">
                                          <p:stCondLst>
                                            <p:cond delay="0"/>
                                          </p:stCondLst>
                                        </p:cTn>
                                        <p:tgtEl>
                                          <p:spTgt spid="1048667">
                                            <p:txEl>
                                              <p:pRg st="1" end="1"/>
                                            </p:txEl>
                                          </p:spTgt>
                                        </p:tgtEl>
                                        <p:attrNameLst>
                                          <p:attrName>style.visibility</p:attrName>
                                        </p:attrNameLst>
                                      </p:cBhvr>
                                      <p:to>
                                        <p:strVal val="visible"/>
                                      </p:to>
                                    </p:set>
                                    <p:animEffect transition="in" filter="barn(inVertical)">
                                      <p:cBhvr>
                                        <p:cTn dur="500" id="12"/>
                                        <p:tgtEl>
                                          <p:spTgt spid="1048667">
                                            <p:txEl>
                                              <p:pRg st="1" end="1"/>
                                            </p:txEl>
                                          </p:spTgt>
                                        </p:tgtEl>
                                      </p:cBhvr>
                                    </p:animEffec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6" presetSubtype="21">
                                  <p:stCondLst>
                                    <p:cond delay="0"/>
                                  </p:stCondLst>
                                  <p:childTnLst>
                                    <p:set>
                                      <p:cBhvr>
                                        <p:cTn dur="1" fill="hold" id="16">
                                          <p:stCondLst>
                                            <p:cond delay="0"/>
                                          </p:stCondLst>
                                        </p:cTn>
                                        <p:tgtEl>
                                          <p:spTgt spid="1048667">
                                            <p:txEl>
                                              <p:pRg st="2" end="2"/>
                                            </p:txEl>
                                          </p:spTgt>
                                        </p:tgtEl>
                                        <p:attrNameLst>
                                          <p:attrName>style.visibility</p:attrName>
                                        </p:attrNameLst>
                                      </p:cBhvr>
                                      <p:to>
                                        <p:strVal val="visible"/>
                                      </p:to>
                                    </p:set>
                                    <p:animEffect transition="in" filter="barn(inVertical)">
                                      <p:cBhvr>
                                        <p:cTn dur="500" id="17"/>
                                        <p:tgtEl>
                                          <p:spTgt spid="1048667">
                                            <p:txEl>
                                              <p:pRg st="2" end="2"/>
                                            </p:txEl>
                                          </p:spTgt>
                                        </p:tgtEl>
                                      </p:cBhvr>
                                    </p:animEffect>
                                  </p:childTnLst>
                                </p:cTn>
                              </p:par>
                            </p:childTnLst>
                          </p:cTn>
                        </p:par>
                      </p:childTnLst>
                    </p:cTn>
                  </p:par>
                  <p:par>
                    <p:cTn fill="hold" id="18">
                      <p:stCondLst>
                        <p:cond delay="indefinite"/>
                      </p:stCondLst>
                      <p:childTnLst>
                        <p:par>
                          <p:cTn fill="hold" id="19">
                            <p:stCondLst>
                              <p:cond delay="0"/>
                            </p:stCondLst>
                            <p:childTnLst>
                              <p:par>
                                <p:cTn fill="hold" id="20" nodeType="clickEffect" presetClass="entr" presetID="16" presetSubtype="21">
                                  <p:stCondLst>
                                    <p:cond delay="0"/>
                                  </p:stCondLst>
                                  <p:childTnLst>
                                    <p:set>
                                      <p:cBhvr>
                                        <p:cTn dur="1" fill="hold" id="21">
                                          <p:stCondLst>
                                            <p:cond delay="0"/>
                                          </p:stCondLst>
                                        </p:cTn>
                                        <p:tgtEl>
                                          <p:spTgt spid="1048667">
                                            <p:txEl>
                                              <p:pRg st="3" end="3"/>
                                            </p:txEl>
                                          </p:spTgt>
                                        </p:tgtEl>
                                        <p:attrNameLst>
                                          <p:attrName>style.visibility</p:attrName>
                                        </p:attrNameLst>
                                      </p:cBhvr>
                                      <p:to>
                                        <p:strVal val="visible"/>
                                      </p:to>
                                    </p:set>
                                    <p:animEffect transition="in" filter="barn(inVertical)">
                                      <p:cBhvr>
                                        <p:cTn dur="500" id="22"/>
                                        <p:tgtEl>
                                          <p:spTgt spid="10486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50" name=""/>
        <p:cNvGrpSpPr/>
        <p:nvPr/>
      </p:nvGrpSpPr>
      <p:grpSpPr>
        <a:xfrm>
          <a:off x="0" y="0"/>
          <a:ext cx="0" cy="0"/>
          <a:chOff x="0" y="0"/>
          <a:chExt cx="0" cy="0"/>
        </a:xfrm>
      </p:grpSpPr>
      <p:sp>
        <p:nvSpPr>
          <p:cNvPr id="1048674" name="TextBox 4"/>
          <p:cNvSpPr txBox="1">
            <a:spLocks noChangeArrowheads="1"/>
          </p:cNvSpPr>
          <p:nvPr/>
        </p:nvSpPr>
        <p:spPr bwMode="auto">
          <a:xfrm>
            <a:off x="333667" y="693583"/>
            <a:ext cx="8486805" cy="4526280"/>
          </a:xfrm>
          <a:prstGeom prst="rect"/>
          <a:noFill/>
          <a:ln w="9525">
            <a:noFill/>
            <a:miter lim="800000"/>
          </a:ln>
        </p:spPr>
        <p:txBody>
          <a:bodyPr bIns="34290" lIns="68580" rIns="68580" tIns="34290" wrap="square">
            <a:spAutoFit/>
          </a:bodyPr>
          <a:p>
            <a:pPr fontAlgn="base">
              <a:lnSpc>
                <a:spcPct val="130000"/>
              </a:lnSpc>
              <a:spcBef>
                <a:spcPct val="0"/>
              </a:spcBef>
              <a:spcAft>
                <a:spcPct val="0"/>
              </a:spcAft>
              <a:buFont typeface="Wingdings" panose="05000000000000000000" pitchFamily="2" charset="2"/>
              <a:buChar char="u"/>
            </a:pPr>
            <a:r>
              <a:rPr altLang="en-US" b="1" dirty="0" sz="2000" lang="zh-CN">
                <a:solidFill>
                  <a:srgbClr val="0000FF"/>
                </a:solidFill>
                <a:latin typeface="宋体" panose="02010600030101010101" pitchFamily="2" charset="-122"/>
                <a:ea typeface="宋体" panose="02010600030101010101" pitchFamily="2" charset="-122"/>
              </a:rPr>
              <a:t>人物简介</a:t>
            </a:r>
            <a:endParaRPr altLang="zh-CN" b="1" dirty="0" sz="2000" lang="en-US">
              <a:solidFill>
                <a:srgbClr val="0000FF"/>
              </a:solidFill>
              <a:latin typeface="宋体" panose="02010600030101010101" pitchFamily="2" charset="-122"/>
              <a:ea typeface="宋体" panose="02010600030101010101" pitchFamily="2" charset="-122"/>
            </a:endParaRPr>
          </a:p>
          <a:p>
            <a:pPr fontAlgn="base">
              <a:lnSpc>
                <a:spcPct val="130000"/>
              </a:lnSpc>
              <a:spcBef>
                <a:spcPct val="0"/>
              </a:spcBef>
              <a:spcAft>
                <a:spcPct val="0"/>
              </a:spcAft>
            </a:pPr>
            <a:r>
              <a:rPr altLang="en-US" b="1" dirty="0" sz="2000" lang="zh-CN">
                <a:solidFill>
                  <a:prstClr val="black"/>
                </a:solidFill>
                <a:latin typeface="仿宋" panose="02010609060101010101" pitchFamily="49" charset="-122"/>
                <a:ea typeface="仿宋" panose="02010609060101010101" pitchFamily="49" charset="-122"/>
              </a:rPr>
              <a:t>    </a:t>
            </a:r>
            <a:r>
              <a:rPr altLang="en-US" b="1" dirty="0" sz="2000" lang="zh-CN">
                <a:solidFill>
                  <a:prstClr val="black"/>
                </a:solidFill>
                <a:latin typeface="宋体" panose="02010600030101010101" pitchFamily="2" charset="-122"/>
                <a:ea typeface="宋体" panose="02010600030101010101" pitchFamily="2" charset="-122"/>
              </a:rPr>
              <a:t>生性耿直，爱交好汉。武艺高强，惯使丈八蛇矛。在梁山泊英雄中排行第六，马军五虎将中第二员，初为太尉府八十万禁军教头。因他的妻子被高俅儿子高衙内调戏，自己又被高俅陷害，被发配沧州，在途中，幸亏有鲁智深在野猪林相救，才保住性命。被发配沧州牢城看守天王堂草料场时，又遭高俅心腹陆谦放火暗算。林冲杀了陆谦，冒着风雪连夜投奔梁山泊，为白衣秀士王伦所不容。晁盖、吴用劫了生辰纲上山后，王伦不容这些英雄，林冲一气之下杀了王伦，把晁盖推上了梁山泊首领之位。林冲武艺高强，打了许多胜仗。在征讨江浙一带方腊率领的起义军胜利后，林冲中了风，被迫留在杭州六和寺养病，由武松照顾，半年后病故。</a:t>
            </a:r>
          </a:p>
        </p:txBody>
      </p:sp>
      <p:grpSp>
        <p:nvGrpSpPr>
          <p:cNvPr id="151" name="组合 6"/>
          <p:cNvGrpSpPr/>
          <p:nvPr/>
        </p:nvGrpSpPr>
        <p:grpSpPr bwMode="auto">
          <a:xfrm>
            <a:off x="28575" y="-3175"/>
            <a:ext cx="2006600" cy="561681"/>
            <a:chOff x="70" y="-63"/>
            <a:chExt cx="3160" cy="884"/>
          </a:xfrm>
        </p:grpSpPr>
        <p:sp>
          <p:nvSpPr>
            <p:cNvPr id="1048675"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37"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676" name="菱形 5"/>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53" name=""/>
        <p:cNvGrpSpPr/>
        <p:nvPr/>
      </p:nvGrpSpPr>
      <p:grpSpPr>
        <a:xfrm>
          <a:off x="0" y="0"/>
          <a:ext cx="0" cy="0"/>
          <a:chOff x="0" y="0"/>
          <a:chExt cx="0" cy="0"/>
        </a:xfrm>
      </p:grpSpPr>
      <p:sp>
        <p:nvSpPr>
          <p:cNvPr id="1048681" name="TextBox 4"/>
          <p:cNvSpPr txBox="1">
            <a:spLocks noChangeArrowheads="1"/>
          </p:cNvSpPr>
          <p:nvPr/>
        </p:nvSpPr>
        <p:spPr bwMode="auto">
          <a:xfrm>
            <a:off x="323528" y="629068"/>
            <a:ext cx="6105860" cy="3503930"/>
          </a:xfrm>
          <a:prstGeom prst="rect"/>
          <a:noFill/>
          <a:ln>
            <a:noFill/>
          </a:ln>
        </p:spPr>
        <p:txBody>
          <a:bodyPr bIns="34290" lIns="68580" rIns="68580" tIns="34290" wrap="square">
            <a:spAutoFit/>
          </a:bodyPr>
          <a:lstStyle>
            <a:lvl1pPr>
              <a:defRPr>
                <a:solidFill>
                  <a:schemeClr val="tx1"/>
                </a:solidFill>
                <a:latin typeface="Calibri" panose="020F0502020204030204" pitchFamily="34" charset="0"/>
                <a:ea typeface="宋体" panose="02010600030101010101" pitchFamily="2" charset="-122"/>
              </a:defRPr>
            </a:lvl1pPr>
            <a:lvl2pPr indent="-285750" marL="742950">
              <a:defRPr>
                <a:solidFill>
                  <a:schemeClr val="tx1"/>
                </a:solidFill>
                <a:latin typeface="Calibri" panose="020F0502020204030204" pitchFamily="34" charset="0"/>
                <a:ea typeface="宋体" panose="02010600030101010101" pitchFamily="2" charset="-122"/>
              </a:defRPr>
            </a:lvl2pPr>
            <a:lvl3pPr indent="-228600" marL="1143000">
              <a:defRPr>
                <a:solidFill>
                  <a:schemeClr val="tx1"/>
                </a:solidFill>
                <a:latin typeface="Calibri" panose="020F0502020204030204" pitchFamily="34" charset="0"/>
                <a:ea typeface="宋体" panose="02010600030101010101" pitchFamily="2" charset="-122"/>
              </a:defRPr>
            </a:lvl3pPr>
            <a:lvl4pPr indent="-228600" marL="1600200">
              <a:defRPr>
                <a:solidFill>
                  <a:schemeClr val="tx1"/>
                </a:solidFill>
                <a:latin typeface="Calibri" panose="020F0502020204030204" pitchFamily="34" charset="0"/>
                <a:ea typeface="宋体" panose="02010600030101010101" pitchFamily="2" charset="-122"/>
              </a:defRPr>
            </a:lvl4pPr>
            <a:lvl5pPr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lnSpc>
                <a:spcPct val="130000"/>
              </a:lnSpc>
              <a:spcBef>
                <a:spcPts val="1000"/>
              </a:spcBef>
              <a:spcAft>
                <a:spcPct val="0"/>
              </a:spcAft>
            </a:pPr>
            <a:r>
              <a:rPr altLang="zh-CN" b="1" dirty="0" sz="2800" lang="en-US">
                <a:solidFill>
                  <a:srgbClr val="FF0000"/>
                </a:solidFill>
                <a:latin typeface="楷体" panose="02010609060101010101" pitchFamily="49" charset="-122"/>
                <a:ea typeface="楷体" panose="02010609060101010101" pitchFamily="49" charset="-122"/>
              </a:rPr>
              <a:t>3.</a:t>
            </a:r>
            <a:r>
              <a:rPr altLang="en-US" b="1" dirty="0" sz="2800" lang="zh-CN">
                <a:solidFill>
                  <a:srgbClr val="FF0000"/>
                </a:solidFill>
                <a:latin typeface="楷体" panose="02010609060101010101" pitchFamily="49" charset="-122"/>
                <a:ea typeface="楷体" panose="02010609060101010101" pitchFamily="49" charset="-122"/>
              </a:rPr>
              <a:t>李逵</a:t>
            </a:r>
            <a:endParaRPr altLang="zh-CN" b="1" dirty="0" sz="2800" lang="en-US">
              <a:solidFill>
                <a:srgbClr val="FF0000"/>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smtClean="0">
                <a:solidFill>
                  <a:srgbClr val="0000FF"/>
                </a:solidFill>
                <a:latin typeface="楷体" panose="02010609060101010101" pitchFamily="49" charset="-122"/>
                <a:ea typeface="楷体" panose="02010609060101010101" pitchFamily="49" charset="-122"/>
              </a:rPr>
              <a:t>绰号：</a:t>
            </a:r>
            <a:r>
              <a:rPr altLang="en-US" b="1" dirty="0" sz="2800" lang="zh-CN" smtClean="0">
                <a:solidFill>
                  <a:prstClr val="black"/>
                </a:solidFill>
                <a:latin typeface="楷体" panose="02010609060101010101" pitchFamily="49" charset="-122"/>
                <a:ea typeface="楷体" panose="02010609060101010101" pitchFamily="49" charset="-122"/>
              </a:rPr>
              <a:t>黑</a:t>
            </a:r>
            <a:r>
              <a:rPr altLang="en-US" b="1" dirty="0" sz="2800" lang="zh-CN">
                <a:solidFill>
                  <a:prstClr val="black"/>
                </a:solidFill>
                <a:latin typeface="楷体" panose="02010609060101010101" pitchFamily="49" charset="-122"/>
                <a:ea typeface="楷体" panose="02010609060101010101" pitchFamily="49" charset="-122"/>
              </a:rPr>
              <a:t>旋风</a:t>
            </a: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性格</a:t>
            </a:r>
            <a:r>
              <a:rPr altLang="en-US" b="1" dirty="0" sz="2800" lang="zh-CN" smtClean="0">
                <a:solidFill>
                  <a:srgbClr val="0000FF"/>
                </a:solidFill>
                <a:latin typeface="楷体" panose="02010609060101010101" pitchFamily="49" charset="-122"/>
                <a:ea typeface="楷体" panose="02010609060101010101" pitchFamily="49" charset="-122"/>
              </a:rPr>
              <a:t>特点：</a:t>
            </a:r>
            <a:r>
              <a:rPr altLang="en-US" b="1" dirty="0" sz="2800" lang="zh-CN" smtClean="0">
                <a:solidFill>
                  <a:prstClr val="black"/>
                </a:solidFill>
                <a:latin typeface="楷体" panose="02010609060101010101" pitchFamily="49" charset="-122"/>
                <a:ea typeface="楷体" panose="02010609060101010101" pitchFamily="49" charset="-122"/>
              </a:rPr>
              <a:t>疾恶如仇</a:t>
            </a:r>
            <a:r>
              <a:rPr altLang="en-US" b="1" dirty="0" sz="2800" lang="zh-CN">
                <a:solidFill>
                  <a:prstClr val="black"/>
                </a:solidFill>
                <a:latin typeface="楷体" panose="02010609060101010101" pitchFamily="49" charset="-122"/>
                <a:ea typeface="楷体" panose="02010609060101010101" pitchFamily="49" charset="-122"/>
              </a:rPr>
              <a:t>、侠肝义胆、脾气火爆、头脑简单、直爽率真</a:t>
            </a: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主要</a:t>
            </a:r>
            <a:r>
              <a:rPr altLang="en-US" b="1" dirty="0" sz="2800" lang="zh-CN" smtClean="0">
                <a:solidFill>
                  <a:srgbClr val="0000FF"/>
                </a:solidFill>
                <a:latin typeface="楷体" panose="02010609060101010101" pitchFamily="49" charset="-122"/>
                <a:ea typeface="楷体" panose="02010609060101010101" pitchFamily="49" charset="-122"/>
              </a:rPr>
              <a:t>事迹：</a:t>
            </a:r>
            <a:r>
              <a:rPr altLang="en-US" b="1" dirty="0" sz="2800" lang="zh-CN" smtClean="0">
                <a:solidFill>
                  <a:prstClr val="black"/>
                </a:solidFill>
                <a:latin typeface="楷体" panose="02010609060101010101" pitchFamily="49" charset="-122"/>
                <a:ea typeface="楷体" panose="02010609060101010101" pitchFamily="49" charset="-122"/>
              </a:rPr>
              <a:t>真假</a:t>
            </a:r>
            <a:r>
              <a:rPr altLang="en-US" b="1" dirty="0" sz="2800" lang="zh-CN">
                <a:solidFill>
                  <a:prstClr val="black"/>
                </a:solidFill>
                <a:latin typeface="楷体" panose="02010609060101010101" pitchFamily="49" charset="-122"/>
                <a:ea typeface="楷体" panose="02010609060101010101" pitchFamily="49" charset="-122"/>
              </a:rPr>
              <a:t>李逵、中州劫法场</a:t>
            </a:r>
          </a:p>
        </p:txBody>
      </p:sp>
      <p:pic>
        <p:nvPicPr>
          <p:cNvPr id="2097156" name="Picture 12" descr="fImage383479083281.png"/>
          <p:cNvPicPr preferRelativeResize="0">
            <a:picLocks noChangeArrowheads="1"/>
          </p:cNvPicPr>
          <p:nvPr/>
        </p:nvPicPr>
        <p:blipFill>
          <a:blip xmlns:r="http://schemas.openxmlformats.org/officeDocument/2006/relationships" r:embed="rId1"/>
          <a:srcRect/>
          <a:stretch>
            <a:fillRect/>
          </a:stretch>
        </p:blipFill>
        <p:spPr bwMode="auto">
          <a:xfrm>
            <a:off x="6429388" y="800620"/>
            <a:ext cx="2463092" cy="3643338"/>
          </a:xfrm>
          <a:prstGeom prst="rect"/>
          <a:noFill/>
          <a:ln w="9525">
            <a:noFill/>
            <a:miter lim="800000"/>
            <a:headEnd/>
            <a:tailEnd/>
          </a:ln>
        </p:spPr>
      </p:pic>
      <p:grpSp>
        <p:nvGrpSpPr>
          <p:cNvPr id="154" name="组合 6"/>
          <p:cNvGrpSpPr/>
          <p:nvPr/>
        </p:nvGrpSpPr>
        <p:grpSpPr bwMode="auto">
          <a:xfrm>
            <a:off x="28575" y="-3175"/>
            <a:ext cx="2006600" cy="561681"/>
            <a:chOff x="70" y="-63"/>
            <a:chExt cx="3160" cy="884"/>
          </a:xfrm>
        </p:grpSpPr>
        <p:sp>
          <p:nvSpPr>
            <p:cNvPr id="1048682"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38"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683" name="菱形 7"/>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6" presetSubtype="21">
                                  <p:stCondLst>
                                    <p:cond delay="0"/>
                                  </p:stCondLst>
                                  <p:childTnLst>
                                    <p:set>
                                      <p:cBhvr>
                                        <p:cTn dur="1" fill="hold" id="6">
                                          <p:stCondLst>
                                            <p:cond delay="0"/>
                                          </p:stCondLst>
                                        </p:cTn>
                                        <p:tgtEl>
                                          <p:spTgt spid="1048681">
                                            <p:txEl>
                                              <p:pRg st="0" end="0"/>
                                            </p:txEl>
                                          </p:spTgt>
                                        </p:tgtEl>
                                        <p:attrNameLst>
                                          <p:attrName>style.visibility</p:attrName>
                                        </p:attrNameLst>
                                      </p:cBhvr>
                                      <p:to>
                                        <p:strVal val="visible"/>
                                      </p:to>
                                    </p:set>
                                    <p:animEffect transition="in" filter="barn(inVertical)">
                                      <p:cBhvr>
                                        <p:cTn dur="500" id="7"/>
                                        <p:tgtEl>
                                          <p:spTgt spid="1048681">
                                            <p:txEl>
                                              <p:pRg st="0" end="0"/>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6" presetSubtype="21">
                                  <p:stCondLst>
                                    <p:cond delay="0"/>
                                  </p:stCondLst>
                                  <p:childTnLst>
                                    <p:set>
                                      <p:cBhvr>
                                        <p:cTn dur="1" fill="hold" id="11">
                                          <p:stCondLst>
                                            <p:cond delay="0"/>
                                          </p:stCondLst>
                                        </p:cTn>
                                        <p:tgtEl>
                                          <p:spTgt spid="1048681">
                                            <p:txEl>
                                              <p:pRg st="1" end="1"/>
                                            </p:txEl>
                                          </p:spTgt>
                                        </p:tgtEl>
                                        <p:attrNameLst>
                                          <p:attrName>style.visibility</p:attrName>
                                        </p:attrNameLst>
                                      </p:cBhvr>
                                      <p:to>
                                        <p:strVal val="visible"/>
                                      </p:to>
                                    </p:set>
                                    <p:animEffect transition="in" filter="barn(inVertical)">
                                      <p:cBhvr>
                                        <p:cTn dur="500" id="12"/>
                                        <p:tgtEl>
                                          <p:spTgt spid="1048681">
                                            <p:txEl>
                                              <p:pRg st="1" end="1"/>
                                            </p:txEl>
                                          </p:spTgt>
                                        </p:tgtEl>
                                      </p:cBhvr>
                                    </p:animEffec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6" presetSubtype="21">
                                  <p:stCondLst>
                                    <p:cond delay="0"/>
                                  </p:stCondLst>
                                  <p:childTnLst>
                                    <p:set>
                                      <p:cBhvr>
                                        <p:cTn dur="1" fill="hold" id="16">
                                          <p:stCondLst>
                                            <p:cond delay="0"/>
                                          </p:stCondLst>
                                        </p:cTn>
                                        <p:tgtEl>
                                          <p:spTgt spid="1048681">
                                            <p:txEl>
                                              <p:pRg st="2" end="2"/>
                                            </p:txEl>
                                          </p:spTgt>
                                        </p:tgtEl>
                                        <p:attrNameLst>
                                          <p:attrName>style.visibility</p:attrName>
                                        </p:attrNameLst>
                                      </p:cBhvr>
                                      <p:to>
                                        <p:strVal val="visible"/>
                                      </p:to>
                                    </p:set>
                                    <p:animEffect transition="in" filter="barn(inVertical)">
                                      <p:cBhvr>
                                        <p:cTn dur="500" id="17"/>
                                        <p:tgtEl>
                                          <p:spTgt spid="1048681">
                                            <p:txEl>
                                              <p:pRg st="2" end="2"/>
                                            </p:txEl>
                                          </p:spTgt>
                                        </p:tgtEl>
                                      </p:cBhvr>
                                    </p:animEffect>
                                  </p:childTnLst>
                                </p:cTn>
                              </p:par>
                            </p:childTnLst>
                          </p:cTn>
                        </p:par>
                      </p:childTnLst>
                    </p:cTn>
                  </p:par>
                  <p:par>
                    <p:cTn fill="hold" id="18">
                      <p:stCondLst>
                        <p:cond delay="indefinite"/>
                      </p:stCondLst>
                      <p:childTnLst>
                        <p:par>
                          <p:cTn fill="hold" id="19">
                            <p:stCondLst>
                              <p:cond delay="0"/>
                            </p:stCondLst>
                            <p:childTnLst>
                              <p:par>
                                <p:cTn fill="hold" id="20" nodeType="clickEffect" presetClass="entr" presetID="16" presetSubtype="21">
                                  <p:stCondLst>
                                    <p:cond delay="0"/>
                                  </p:stCondLst>
                                  <p:childTnLst>
                                    <p:set>
                                      <p:cBhvr>
                                        <p:cTn dur="1" fill="hold" id="21">
                                          <p:stCondLst>
                                            <p:cond delay="0"/>
                                          </p:stCondLst>
                                        </p:cTn>
                                        <p:tgtEl>
                                          <p:spTgt spid="1048681">
                                            <p:txEl>
                                              <p:pRg st="3" end="3"/>
                                            </p:txEl>
                                          </p:spTgt>
                                        </p:tgtEl>
                                        <p:attrNameLst>
                                          <p:attrName>style.visibility</p:attrName>
                                        </p:attrNameLst>
                                      </p:cBhvr>
                                      <p:to>
                                        <p:strVal val="visible"/>
                                      </p:to>
                                    </p:set>
                                    <p:animEffect transition="in" filter="barn(inVertical)">
                                      <p:cBhvr>
                                        <p:cTn dur="500" id="22"/>
                                        <p:tgtEl>
                                          <p:spTgt spid="104868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56" name=""/>
        <p:cNvGrpSpPr/>
        <p:nvPr/>
      </p:nvGrpSpPr>
      <p:grpSpPr>
        <a:xfrm>
          <a:off x="0" y="0"/>
          <a:ext cx="0" cy="0"/>
          <a:chOff x="0" y="0"/>
          <a:chExt cx="0" cy="0"/>
        </a:xfrm>
      </p:grpSpPr>
      <p:sp>
        <p:nvSpPr>
          <p:cNvPr id="1048688" name="TextBox 4"/>
          <p:cNvSpPr txBox="1">
            <a:spLocks noChangeArrowheads="1"/>
          </p:cNvSpPr>
          <p:nvPr/>
        </p:nvSpPr>
        <p:spPr bwMode="auto">
          <a:xfrm>
            <a:off x="251520" y="411510"/>
            <a:ext cx="8715436" cy="4972050"/>
          </a:xfrm>
          <a:prstGeom prst="rect"/>
          <a:noFill/>
          <a:ln w="9525">
            <a:noFill/>
            <a:miter lim="800000"/>
          </a:ln>
        </p:spPr>
        <p:txBody>
          <a:bodyPr bIns="34290" lIns="68580" rIns="68580" tIns="34290" wrap="square">
            <a:spAutoFit/>
          </a:bodyPr>
          <a:p>
            <a:pPr fontAlgn="base">
              <a:lnSpc>
                <a:spcPct val="130000"/>
              </a:lnSpc>
              <a:spcBef>
                <a:spcPct val="0"/>
              </a:spcBef>
              <a:spcAft>
                <a:spcPct val="0"/>
              </a:spcAft>
              <a:buFont typeface="Wingdings" panose="05000000000000000000" pitchFamily="2" charset="2"/>
              <a:buChar char="u"/>
            </a:pPr>
            <a:r>
              <a:rPr altLang="en-US" b="1" dirty="0" sz="2000" lang="zh-CN">
                <a:solidFill>
                  <a:srgbClr val="0000FF"/>
                </a:solidFill>
                <a:latin typeface="宋体" panose="02010600030101010101" pitchFamily="2" charset="-122"/>
                <a:ea typeface="宋体" panose="02010600030101010101" pitchFamily="2" charset="-122"/>
              </a:rPr>
              <a:t>人物简介</a:t>
            </a:r>
            <a:endParaRPr altLang="zh-CN" b="1" dirty="0" sz="2000" lang="en-US">
              <a:solidFill>
                <a:srgbClr val="0000FF"/>
              </a:solidFill>
              <a:latin typeface="宋体" panose="02010600030101010101" pitchFamily="2" charset="-122"/>
              <a:ea typeface="宋体" panose="02010600030101010101" pitchFamily="2" charset="-122"/>
            </a:endParaRPr>
          </a:p>
          <a:p>
            <a:pPr fontAlgn="base">
              <a:lnSpc>
                <a:spcPct val="130000"/>
              </a:lnSpc>
              <a:spcBef>
                <a:spcPct val="0"/>
              </a:spcBef>
              <a:spcAft>
                <a:spcPct val="0"/>
              </a:spcAft>
            </a:pPr>
            <a:r>
              <a:rPr altLang="zh-CN" b="1" dirty="0" sz="2000" lang="en-US">
                <a:solidFill>
                  <a:srgbClr val="0000FF"/>
                </a:solidFill>
                <a:latin typeface="宋体" panose="02010600030101010101" pitchFamily="2" charset="-122"/>
                <a:ea typeface="宋体" panose="02010600030101010101" pitchFamily="2" charset="-122"/>
              </a:rPr>
              <a:t>    </a:t>
            </a:r>
            <a:r>
              <a:rPr altLang="en-US" b="1" dirty="0" sz="2000" lang="zh-CN">
                <a:solidFill>
                  <a:prstClr val="black"/>
                </a:solidFill>
                <a:latin typeface="宋体" panose="02010600030101010101" pitchFamily="2" charset="-122"/>
                <a:ea typeface="宋体" panose="02010600030101010101" pitchFamily="2" charset="-122"/>
              </a:rPr>
              <a:t>长相黝黑粗鲁，一生憨直，善使两把大斧。在梁山泊英雄中排行第二十二位，是梁山步军第五位头领。宋江被发配江州时，吴用写信让江州两院押牢节级戴宗照应。李逵这时正是戴宗手下做看守的一名小兵，因此和宋江认识。戴宗传梁山假书被识破，和宋江两人被押赴刑场杀头，李逵率先挥动一双板斧打去，逢人便杀，勇猛无比。上梁山后，他思母心切，就回沂州接老母，翻越沂岭时老母被老虎吃了，李逵仇杀了四虎。招安时，李逵不愿受招安，大闹东京城，扯了皇帝诏书，要杀钦差，还砍倒梁山泊旗帜，要反攻到东京，为宋江夺皇帝位子，多次被宋江制止。李逵受招安后被封为镇江润州都统制。宋江饮下高俅送来的毒酒中毒后，想到自己死后李逵肯定要聚众造反，怕坏了梁山泊的忠义名声，便让李逵也喝了毒酒一块儿被毒死了。</a:t>
            </a:r>
          </a:p>
        </p:txBody>
      </p:sp>
      <p:grpSp>
        <p:nvGrpSpPr>
          <p:cNvPr id="157" name="组合 6"/>
          <p:cNvGrpSpPr/>
          <p:nvPr/>
        </p:nvGrpSpPr>
        <p:grpSpPr bwMode="auto">
          <a:xfrm>
            <a:off x="28575" y="-3175"/>
            <a:ext cx="2006600" cy="561681"/>
            <a:chOff x="70" y="-63"/>
            <a:chExt cx="3160" cy="884"/>
          </a:xfrm>
        </p:grpSpPr>
        <p:sp>
          <p:nvSpPr>
            <p:cNvPr id="1048689"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39"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690" name="菱形 5"/>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59" name=""/>
        <p:cNvGrpSpPr/>
        <p:nvPr/>
      </p:nvGrpSpPr>
      <p:grpSpPr>
        <a:xfrm>
          <a:off x="0" y="0"/>
          <a:ext cx="0" cy="0"/>
          <a:chOff x="0" y="0"/>
          <a:chExt cx="0" cy="0"/>
        </a:xfrm>
      </p:grpSpPr>
      <p:sp>
        <p:nvSpPr>
          <p:cNvPr id="1048695" name="TextBox 4"/>
          <p:cNvSpPr txBox="1">
            <a:spLocks noChangeArrowheads="1"/>
          </p:cNvSpPr>
          <p:nvPr/>
        </p:nvSpPr>
        <p:spPr bwMode="auto">
          <a:xfrm>
            <a:off x="512763" y="609600"/>
            <a:ext cx="5908675" cy="4114800"/>
          </a:xfrm>
          <a:prstGeom prst="rect"/>
          <a:noFill/>
          <a:ln>
            <a:noFill/>
          </a:ln>
        </p:spPr>
        <p:txBody>
          <a:bodyPr bIns="34290" lIns="68580" rIns="68580" tIns="34290">
            <a:spAutoFit/>
          </a:bodyPr>
          <a:lstStyle>
            <a:lvl1pPr>
              <a:defRPr>
                <a:solidFill>
                  <a:schemeClr val="tx1"/>
                </a:solidFill>
                <a:latin typeface="Calibri" panose="020F0502020204030204" pitchFamily="34" charset="0"/>
                <a:ea typeface="宋体" panose="02010600030101010101" pitchFamily="2" charset="-122"/>
              </a:defRPr>
            </a:lvl1pPr>
            <a:lvl2pPr indent="-285750" marL="742950">
              <a:defRPr>
                <a:solidFill>
                  <a:schemeClr val="tx1"/>
                </a:solidFill>
                <a:latin typeface="Calibri" panose="020F0502020204030204" pitchFamily="34" charset="0"/>
                <a:ea typeface="宋体" panose="02010600030101010101" pitchFamily="2" charset="-122"/>
              </a:defRPr>
            </a:lvl2pPr>
            <a:lvl3pPr indent="-228600" marL="1143000">
              <a:defRPr>
                <a:solidFill>
                  <a:schemeClr val="tx1"/>
                </a:solidFill>
                <a:latin typeface="Calibri" panose="020F0502020204030204" pitchFamily="34" charset="0"/>
                <a:ea typeface="宋体" panose="02010600030101010101" pitchFamily="2" charset="-122"/>
              </a:defRPr>
            </a:lvl3pPr>
            <a:lvl4pPr indent="-228600" marL="1600200">
              <a:defRPr>
                <a:solidFill>
                  <a:schemeClr val="tx1"/>
                </a:solidFill>
                <a:latin typeface="Calibri" panose="020F0502020204030204" pitchFamily="34" charset="0"/>
                <a:ea typeface="宋体" panose="02010600030101010101" pitchFamily="2" charset="-122"/>
              </a:defRPr>
            </a:lvl4pPr>
            <a:lvl5pPr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lnSpc>
                <a:spcPct val="130000"/>
              </a:lnSpc>
              <a:spcBef>
                <a:spcPts val="1000"/>
              </a:spcBef>
              <a:spcAft>
                <a:spcPct val="0"/>
              </a:spcAft>
            </a:pPr>
            <a:r>
              <a:rPr altLang="zh-CN" b="1" dirty="0" sz="2800" lang="en-US">
                <a:solidFill>
                  <a:srgbClr val="FF0000"/>
                </a:solidFill>
                <a:latin typeface="楷体" panose="02010609060101010101" pitchFamily="49" charset="-122"/>
                <a:ea typeface="楷体" panose="02010609060101010101" pitchFamily="49" charset="-122"/>
              </a:rPr>
              <a:t>4.</a:t>
            </a:r>
            <a:r>
              <a:rPr altLang="en-US" b="1" dirty="0" sz="2800" lang="zh-CN">
                <a:solidFill>
                  <a:srgbClr val="FF0000"/>
                </a:solidFill>
                <a:latin typeface="楷体" panose="02010609060101010101" pitchFamily="49" charset="-122"/>
                <a:ea typeface="楷体" panose="02010609060101010101" pitchFamily="49" charset="-122"/>
              </a:rPr>
              <a:t>鲁智深</a:t>
            </a:r>
            <a:endParaRPr altLang="zh-CN" b="1" dirty="0" sz="2800" lang="en-US">
              <a:solidFill>
                <a:srgbClr val="FF0000"/>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smtClean="0">
                <a:solidFill>
                  <a:srgbClr val="0000FF"/>
                </a:solidFill>
                <a:latin typeface="楷体" panose="02010609060101010101" pitchFamily="49" charset="-122"/>
                <a:ea typeface="楷体" panose="02010609060101010101" pitchFamily="49" charset="-122"/>
              </a:rPr>
              <a:t>绰号：</a:t>
            </a:r>
            <a:r>
              <a:rPr altLang="en-US" b="1" dirty="0" sz="2800" lang="zh-CN" smtClean="0">
                <a:solidFill>
                  <a:prstClr val="black"/>
                </a:solidFill>
                <a:latin typeface="楷体" panose="02010609060101010101" pitchFamily="49" charset="-122"/>
                <a:ea typeface="楷体" panose="02010609060101010101" pitchFamily="49" charset="-122"/>
              </a:rPr>
              <a:t>花和尚</a:t>
            </a:r>
            <a:endParaRPr altLang="zh-CN" b="1" dirty="0" sz="2800" lang="en-US">
              <a:solidFill>
                <a:prstClr val="black"/>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性格</a:t>
            </a:r>
            <a:r>
              <a:rPr altLang="en-US" b="1" dirty="0" sz="2800" lang="zh-CN" smtClean="0">
                <a:solidFill>
                  <a:srgbClr val="0000FF"/>
                </a:solidFill>
                <a:latin typeface="楷体" panose="02010609060101010101" pitchFamily="49" charset="-122"/>
                <a:ea typeface="楷体" panose="02010609060101010101" pitchFamily="49" charset="-122"/>
              </a:rPr>
              <a:t>特点：</a:t>
            </a:r>
            <a:r>
              <a:rPr altLang="en-US" b="1" dirty="0" sz="2800" lang="zh-CN" smtClean="0">
                <a:solidFill>
                  <a:prstClr val="black"/>
                </a:solidFill>
                <a:latin typeface="楷体" panose="02010609060101010101" pitchFamily="49" charset="-122"/>
                <a:ea typeface="楷体" panose="02010609060101010101" pitchFamily="49" charset="-122"/>
              </a:rPr>
              <a:t>疾恶如仇、</a:t>
            </a:r>
            <a:r>
              <a:rPr altLang="en-US" b="1" dirty="0" sz="2800" lang="zh-CN">
                <a:solidFill>
                  <a:prstClr val="black"/>
                </a:solidFill>
                <a:latin typeface="楷体" panose="02010609060101010101" pitchFamily="49" charset="-122"/>
                <a:ea typeface="楷体" panose="02010609060101010101" pitchFamily="49" charset="-122"/>
              </a:rPr>
              <a:t>侠肝义胆、粗中有细、勇而有谋、豁达明理</a:t>
            </a:r>
            <a:endParaRPr altLang="zh-CN" b="1" dirty="0" sz="2800" lang="en-US">
              <a:solidFill>
                <a:prstClr val="black"/>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主要</a:t>
            </a:r>
            <a:r>
              <a:rPr altLang="en-US" b="1" dirty="0" sz="2800" lang="zh-CN" smtClean="0">
                <a:solidFill>
                  <a:srgbClr val="0000FF"/>
                </a:solidFill>
                <a:latin typeface="楷体" panose="02010609060101010101" pitchFamily="49" charset="-122"/>
                <a:ea typeface="楷体" panose="02010609060101010101" pitchFamily="49" charset="-122"/>
              </a:rPr>
              <a:t>事迹：</a:t>
            </a:r>
            <a:r>
              <a:rPr altLang="en-US" b="1" dirty="0" sz="2800" lang="zh-CN" smtClean="0">
                <a:solidFill>
                  <a:prstClr val="black"/>
                </a:solidFill>
                <a:latin typeface="楷体" panose="02010609060101010101" pitchFamily="49" charset="-122"/>
                <a:ea typeface="楷体" panose="02010609060101010101" pitchFamily="49" charset="-122"/>
              </a:rPr>
              <a:t>拳</a:t>
            </a:r>
            <a:r>
              <a:rPr altLang="en-US" b="1" dirty="0" sz="2800" lang="zh-CN">
                <a:solidFill>
                  <a:prstClr val="black"/>
                </a:solidFill>
                <a:latin typeface="楷体" panose="02010609060101010101" pitchFamily="49" charset="-122"/>
                <a:ea typeface="楷体" panose="02010609060101010101" pitchFamily="49" charset="-122"/>
              </a:rPr>
              <a:t>打镇关西、倒拔垂杨柳、大闹野猪林</a:t>
            </a:r>
          </a:p>
        </p:txBody>
      </p:sp>
      <p:pic>
        <p:nvPicPr>
          <p:cNvPr id="2097157" name="Picture 4" descr="shb1a-13"/>
          <p:cNvPicPr>
            <a:picLocks noChangeAspect="1" noChangeArrowheads="1"/>
          </p:cNvPicPr>
          <p:nvPr/>
        </p:nvPicPr>
        <p:blipFill>
          <a:blip xmlns:r="http://schemas.openxmlformats.org/officeDocument/2006/relationships" r:embed="rId1" cstate="email"/>
          <a:srcRect/>
          <a:stretch>
            <a:fillRect/>
          </a:stretch>
        </p:blipFill>
        <p:spPr>
          <a:xfrm>
            <a:off x="6444208" y="884659"/>
            <a:ext cx="2324100" cy="3343275"/>
          </a:xfrm>
          <a:prstGeom prst="rect"/>
          <a:noFill/>
        </p:spPr>
      </p:pic>
      <p:grpSp>
        <p:nvGrpSpPr>
          <p:cNvPr id="160" name="组合 6"/>
          <p:cNvGrpSpPr/>
          <p:nvPr/>
        </p:nvGrpSpPr>
        <p:grpSpPr bwMode="auto">
          <a:xfrm>
            <a:off x="28575" y="-3175"/>
            <a:ext cx="2006600" cy="561681"/>
            <a:chOff x="70" y="-63"/>
            <a:chExt cx="3160" cy="884"/>
          </a:xfrm>
        </p:grpSpPr>
        <p:sp>
          <p:nvSpPr>
            <p:cNvPr id="1048696"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40"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697" name="菱形 6"/>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6" presetSubtype="21">
                                  <p:stCondLst>
                                    <p:cond delay="0"/>
                                  </p:stCondLst>
                                  <p:childTnLst>
                                    <p:set>
                                      <p:cBhvr>
                                        <p:cTn dur="1" fill="hold" id="6">
                                          <p:stCondLst>
                                            <p:cond delay="0"/>
                                          </p:stCondLst>
                                        </p:cTn>
                                        <p:tgtEl>
                                          <p:spTgt spid="1048695">
                                            <p:txEl>
                                              <p:pRg st="0" end="0"/>
                                            </p:txEl>
                                          </p:spTgt>
                                        </p:tgtEl>
                                        <p:attrNameLst>
                                          <p:attrName>style.visibility</p:attrName>
                                        </p:attrNameLst>
                                      </p:cBhvr>
                                      <p:to>
                                        <p:strVal val="visible"/>
                                      </p:to>
                                    </p:set>
                                    <p:animEffect transition="in" filter="barn(inVertical)">
                                      <p:cBhvr>
                                        <p:cTn dur="500" id="7"/>
                                        <p:tgtEl>
                                          <p:spTgt spid="1048695">
                                            <p:txEl>
                                              <p:pRg st="0" end="0"/>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6" presetSubtype="21">
                                  <p:stCondLst>
                                    <p:cond delay="0"/>
                                  </p:stCondLst>
                                  <p:childTnLst>
                                    <p:set>
                                      <p:cBhvr>
                                        <p:cTn dur="1" fill="hold" id="11">
                                          <p:stCondLst>
                                            <p:cond delay="0"/>
                                          </p:stCondLst>
                                        </p:cTn>
                                        <p:tgtEl>
                                          <p:spTgt spid="1048695">
                                            <p:txEl>
                                              <p:pRg st="1" end="1"/>
                                            </p:txEl>
                                          </p:spTgt>
                                        </p:tgtEl>
                                        <p:attrNameLst>
                                          <p:attrName>style.visibility</p:attrName>
                                        </p:attrNameLst>
                                      </p:cBhvr>
                                      <p:to>
                                        <p:strVal val="visible"/>
                                      </p:to>
                                    </p:set>
                                    <p:animEffect transition="in" filter="barn(inVertical)">
                                      <p:cBhvr>
                                        <p:cTn dur="500" id="12"/>
                                        <p:tgtEl>
                                          <p:spTgt spid="1048695">
                                            <p:txEl>
                                              <p:pRg st="1" end="1"/>
                                            </p:txEl>
                                          </p:spTgt>
                                        </p:tgtEl>
                                      </p:cBhvr>
                                    </p:animEffec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6" presetSubtype="21">
                                  <p:stCondLst>
                                    <p:cond delay="0"/>
                                  </p:stCondLst>
                                  <p:childTnLst>
                                    <p:set>
                                      <p:cBhvr>
                                        <p:cTn dur="1" fill="hold" id="16">
                                          <p:stCondLst>
                                            <p:cond delay="0"/>
                                          </p:stCondLst>
                                        </p:cTn>
                                        <p:tgtEl>
                                          <p:spTgt spid="1048695">
                                            <p:txEl>
                                              <p:pRg st="2" end="2"/>
                                            </p:txEl>
                                          </p:spTgt>
                                        </p:tgtEl>
                                        <p:attrNameLst>
                                          <p:attrName>style.visibility</p:attrName>
                                        </p:attrNameLst>
                                      </p:cBhvr>
                                      <p:to>
                                        <p:strVal val="visible"/>
                                      </p:to>
                                    </p:set>
                                    <p:animEffect transition="in" filter="barn(inVertical)">
                                      <p:cBhvr>
                                        <p:cTn dur="500" id="17"/>
                                        <p:tgtEl>
                                          <p:spTgt spid="1048695">
                                            <p:txEl>
                                              <p:pRg st="2" end="2"/>
                                            </p:txEl>
                                          </p:spTgt>
                                        </p:tgtEl>
                                      </p:cBhvr>
                                    </p:animEffect>
                                  </p:childTnLst>
                                </p:cTn>
                              </p:par>
                            </p:childTnLst>
                          </p:cTn>
                        </p:par>
                      </p:childTnLst>
                    </p:cTn>
                  </p:par>
                  <p:par>
                    <p:cTn fill="hold" id="18">
                      <p:stCondLst>
                        <p:cond delay="indefinite"/>
                      </p:stCondLst>
                      <p:childTnLst>
                        <p:par>
                          <p:cTn fill="hold" id="19">
                            <p:stCondLst>
                              <p:cond delay="0"/>
                            </p:stCondLst>
                            <p:childTnLst>
                              <p:par>
                                <p:cTn fill="hold" id="20" nodeType="clickEffect" presetClass="entr" presetID="16" presetSubtype="21">
                                  <p:stCondLst>
                                    <p:cond delay="0"/>
                                  </p:stCondLst>
                                  <p:childTnLst>
                                    <p:set>
                                      <p:cBhvr>
                                        <p:cTn dur="1" fill="hold" id="21">
                                          <p:stCondLst>
                                            <p:cond delay="0"/>
                                          </p:stCondLst>
                                        </p:cTn>
                                        <p:tgtEl>
                                          <p:spTgt spid="1048695">
                                            <p:txEl>
                                              <p:pRg st="3" end="3"/>
                                            </p:txEl>
                                          </p:spTgt>
                                        </p:tgtEl>
                                        <p:attrNameLst>
                                          <p:attrName>style.visibility</p:attrName>
                                        </p:attrNameLst>
                                      </p:cBhvr>
                                      <p:to>
                                        <p:strVal val="visible"/>
                                      </p:to>
                                    </p:set>
                                    <p:animEffect transition="in" filter="barn(inVertical)">
                                      <p:cBhvr>
                                        <p:cTn dur="500" id="22"/>
                                        <p:tgtEl>
                                          <p:spTgt spid="10486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62" name=""/>
        <p:cNvGrpSpPr/>
        <p:nvPr/>
      </p:nvGrpSpPr>
      <p:grpSpPr>
        <a:xfrm>
          <a:off x="0" y="0"/>
          <a:ext cx="0" cy="0"/>
          <a:chOff x="0" y="0"/>
          <a:chExt cx="0" cy="0"/>
        </a:xfrm>
      </p:grpSpPr>
      <p:sp>
        <p:nvSpPr>
          <p:cNvPr id="1048702" name="TextBox 4"/>
          <p:cNvSpPr txBox="1">
            <a:spLocks noChangeArrowheads="1"/>
          </p:cNvSpPr>
          <p:nvPr/>
        </p:nvSpPr>
        <p:spPr bwMode="auto">
          <a:xfrm>
            <a:off x="249622" y="483518"/>
            <a:ext cx="8786874" cy="4823460"/>
          </a:xfrm>
          <a:prstGeom prst="rect"/>
          <a:noFill/>
          <a:ln w="9525">
            <a:noFill/>
            <a:miter lim="800000"/>
          </a:ln>
        </p:spPr>
        <p:txBody>
          <a:bodyPr bIns="34290" lIns="68580" rIns="68580" tIns="34290" wrap="square">
            <a:spAutoFit/>
          </a:bodyPr>
          <a:p>
            <a:pPr fontAlgn="base">
              <a:lnSpc>
                <a:spcPct val="130000"/>
              </a:lnSpc>
              <a:spcBef>
                <a:spcPct val="0"/>
              </a:spcBef>
              <a:spcAft>
                <a:spcPct val="0"/>
              </a:spcAft>
              <a:buFont typeface="Wingdings" panose="05000000000000000000" pitchFamily="2" charset="2"/>
              <a:buChar char="u"/>
            </a:pPr>
            <a:r>
              <a:rPr altLang="en-US" b="1" dirty="0" sz="2400" lang="zh-CN">
                <a:solidFill>
                  <a:srgbClr val="0000FF"/>
                </a:solidFill>
                <a:latin typeface="宋体" panose="02010600030101010101" pitchFamily="2" charset="-122"/>
                <a:ea typeface="宋体" panose="02010600030101010101" pitchFamily="2" charset="-122"/>
              </a:rPr>
              <a:t>人物简介</a:t>
            </a:r>
            <a:endParaRPr altLang="zh-CN" b="1" dirty="0" sz="2400" lang="en-US">
              <a:solidFill>
                <a:srgbClr val="0000FF"/>
              </a:solidFill>
              <a:latin typeface="宋体" panose="02010600030101010101" pitchFamily="2" charset="-122"/>
              <a:ea typeface="宋体" panose="02010600030101010101" pitchFamily="2" charset="-122"/>
            </a:endParaRPr>
          </a:p>
          <a:p>
            <a:pPr fontAlgn="base">
              <a:lnSpc>
                <a:spcPct val="130000"/>
              </a:lnSpc>
              <a:spcBef>
                <a:spcPct val="0"/>
              </a:spcBef>
              <a:spcAft>
                <a:spcPct val="0"/>
              </a:spcAft>
            </a:pPr>
            <a:r>
              <a:rPr altLang="zh-CN" b="1" dirty="0" sz="2400" lang="en-US">
                <a:solidFill>
                  <a:srgbClr val="0000FF"/>
                </a:solidFill>
                <a:latin typeface="宋体" panose="02010600030101010101" pitchFamily="2" charset="-122"/>
                <a:ea typeface="宋体" panose="02010600030101010101" pitchFamily="2" charset="-122"/>
              </a:rPr>
              <a:t>    </a:t>
            </a:r>
            <a:r>
              <a:rPr altLang="en-US" b="1" dirty="0" sz="2400" lang="zh-CN">
                <a:solidFill>
                  <a:prstClr val="black"/>
                </a:solidFill>
                <a:latin typeface="宋体" panose="02010600030101010101" pitchFamily="2" charset="-122"/>
                <a:ea typeface="宋体" panose="02010600030101010101" pitchFamily="2" charset="-122"/>
              </a:rPr>
              <a:t>本名鲁达，梁山泊第十三位好汉，步军头领第一名。因见郑屠欺侮金翠莲父女，三拳打死了镇关西。后被官府追捕，逃到五台山削发为僧，改名鲁智深。鲁智深忍受不住佛门清规，醉打山门，毁坏金身，被长老派往东京相国寺，看守菜园，因将偷菜的泼皮踢进了粪池，倒拔垂杨柳，威名远播。后来，鲁智深在野猪林救了林冲，高俅派人捉拿鲁智深。鲁智深在二龙山落草。后投奔水泊梁山，做了步兵头领。宋江攻打方腊时，鲁智深一杖打翻了方腊。后在杭州六合寺圆寂。</a:t>
            </a:r>
          </a:p>
        </p:txBody>
      </p:sp>
      <p:grpSp>
        <p:nvGrpSpPr>
          <p:cNvPr id="163" name="组合 6"/>
          <p:cNvGrpSpPr/>
          <p:nvPr/>
        </p:nvGrpSpPr>
        <p:grpSpPr bwMode="auto">
          <a:xfrm>
            <a:off x="28575" y="-3175"/>
            <a:ext cx="2006600" cy="561681"/>
            <a:chOff x="70" y="-63"/>
            <a:chExt cx="3160" cy="884"/>
          </a:xfrm>
        </p:grpSpPr>
        <p:sp>
          <p:nvSpPr>
            <p:cNvPr id="1048703"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41"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704" name="菱形 5"/>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65" name=""/>
        <p:cNvGrpSpPr/>
        <p:nvPr/>
      </p:nvGrpSpPr>
      <p:grpSpPr>
        <a:xfrm>
          <a:off x="0" y="0"/>
          <a:ext cx="0" cy="0"/>
          <a:chOff x="0" y="0"/>
          <a:chExt cx="0" cy="0"/>
        </a:xfrm>
      </p:grpSpPr>
      <p:sp>
        <p:nvSpPr>
          <p:cNvPr id="1048709" name="TextBox 4"/>
          <p:cNvSpPr txBox="1">
            <a:spLocks noChangeArrowheads="1"/>
          </p:cNvSpPr>
          <p:nvPr/>
        </p:nvSpPr>
        <p:spPr bwMode="auto">
          <a:xfrm>
            <a:off x="3131840" y="857238"/>
            <a:ext cx="5754688" cy="3503930"/>
          </a:xfrm>
          <a:prstGeom prst="rect"/>
          <a:noFill/>
          <a:ln>
            <a:noFill/>
          </a:ln>
        </p:spPr>
        <p:txBody>
          <a:bodyPr bIns="34290" lIns="68580" rIns="68580" tIns="34290">
            <a:spAutoFit/>
          </a:bodyPr>
          <a:lstStyle>
            <a:lvl1pPr>
              <a:defRPr>
                <a:solidFill>
                  <a:schemeClr val="tx1"/>
                </a:solidFill>
                <a:latin typeface="Calibri" panose="020F0502020204030204" pitchFamily="34" charset="0"/>
                <a:ea typeface="宋体" panose="02010600030101010101" pitchFamily="2" charset="-122"/>
              </a:defRPr>
            </a:lvl1pPr>
            <a:lvl2pPr indent="-285750" marL="742950">
              <a:defRPr>
                <a:solidFill>
                  <a:schemeClr val="tx1"/>
                </a:solidFill>
                <a:latin typeface="Calibri" panose="020F0502020204030204" pitchFamily="34" charset="0"/>
                <a:ea typeface="宋体" panose="02010600030101010101" pitchFamily="2" charset="-122"/>
              </a:defRPr>
            </a:lvl2pPr>
            <a:lvl3pPr indent="-228600" marL="1143000">
              <a:defRPr>
                <a:solidFill>
                  <a:schemeClr val="tx1"/>
                </a:solidFill>
                <a:latin typeface="Calibri" panose="020F0502020204030204" pitchFamily="34" charset="0"/>
                <a:ea typeface="宋体" panose="02010600030101010101" pitchFamily="2" charset="-122"/>
              </a:defRPr>
            </a:lvl3pPr>
            <a:lvl4pPr indent="-228600" marL="1600200">
              <a:defRPr>
                <a:solidFill>
                  <a:schemeClr val="tx1"/>
                </a:solidFill>
                <a:latin typeface="Calibri" panose="020F0502020204030204" pitchFamily="34" charset="0"/>
                <a:ea typeface="宋体" panose="02010600030101010101" pitchFamily="2" charset="-122"/>
              </a:defRPr>
            </a:lvl4pPr>
            <a:lvl5pPr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lnSpc>
                <a:spcPct val="130000"/>
              </a:lnSpc>
              <a:spcBef>
                <a:spcPts val="1000"/>
              </a:spcBef>
              <a:spcAft>
                <a:spcPct val="0"/>
              </a:spcAft>
            </a:pPr>
            <a:r>
              <a:rPr altLang="zh-CN" b="1" dirty="0" sz="2800" lang="en-US">
                <a:solidFill>
                  <a:srgbClr val="FF0000"/>
                </a:solidFill>
                <a:latin typeface="楷体" panose="02010609060101010101" pitchFamily="49" charset="-122"/>
                <a:ea typeface="楷体" panose="02010609060101010101" pitchFamily="49" charset="-122"/>
              </a:rPr>
              <a:t>5.</a:t>
            </a:r>
            <a:r>
              <a:rPr altLang="en-US" b="1" dirty="0" sz="2800" lang="zh-CN">
                <a:solidFill>
                  <a:srgbClr val="FF0000"/>
                </a:solidFill>
                <a:latin typeface="楷体" panose="02010609060101010101" pitchFamily="49" charset="-122"/>
                <a:ea typeface="楷体" panose="02010609060101010101" pitchFamily="49" charset="-122"/>
              </a:rPr>
              <a:t>吴用</a:t>
            </a:r>
            <a:endParaRPr altLang="zh-CN" b="1" dirty="0" sz="2800" lang="en-US">
              <a:solidFill>
                <a:srgbClr val="FF0000"/>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smtClean="0">
                <a:solidFill>
                  <a:srgbClr val="0000FF"/>
                </a:solidFill>
                <a:latin typeface="楷体" panose="02010609060101010101" pitchFamily="49" charset="-122"/>
                <a:ea typeface="楷体" panose="02010609060101010101" pitchFamily="49" charset="-122"/>
              </a:rPr>
              <a:t>绰号：</a:t>
            </a:r>
            <a:r>
              <a:rPr altLang="en-US" b="1" dirty="0" sz="2800" lang="zh-CN" smtClean="0">
                <a:solidFill>
                  <a:prstClr val="black"/>
                </a:solidFill>
                <a:latin typeface="楷体" panose="02010609060101010101" pitchFamily="49" charset="-122"/>
                <a:ea typeface="楷体" panose="02010609060101010101" pitchFamily="49" charset="-122"/>
              </a:rPr>
              <a:t>智多星</a:t>
            </a:r>
            <a:endParaRPr altLang="zh-CN" b="1" dirty="0" sz="2800" lang="en-US">
              <a:solidFill>
                <a:prstClr val="black"/>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性格</a:t>
            </a:r>
            <a:r>
              <a:rPr altLang="en-US" b="1" dirty="0" sz="2800" lang="zh-CN" smtClean="0">
                <a:solidFill>
                  <a:srgbClr val="0000FF"/>
                </a:solidFill>
                <a:latin typeface="楷体" panose="02010609060101010101" pitchFamily="49" charset="-122"/>
                <a:ea typeface="楷体" panose="02010609060101010101" pitchFamily="49" charset="-122"/>
              </a:rPr>
              <a:t>特点：</a:t>
            </a:r>
            <a:r>
              <a:rPr altLang="en-US" b="1" dirty="0" sz="2800" lang="zh-CN" smtClean="0">
                <a:solidFill>
                  <a:prstClr val="black"/>
                </a:solidFill>
                <a:latin typeface="楷体" panose="02010609060101010101" pitchFamily="49" charset="-122"/>
                <a:ea typeface="楷体" panose="02010609060101010101" pitchFamily="49" charset="-122"/>
              </a:rPr>
              <a:t>足智多谋</a:t>
            </a:r>
            <a:r>
              <a:rPr altLang="en-US" b="1" dirty="0" sz="2800" lang="zh-CN">
                <a:solidFill>
                  <a:prstClr val="black"/>
                </a:solidFill>
                <a:latin typeface="楷体" panose="02010609060101010101" pitchFamily="49" charset="-122"/>
                <a:ea typeface="楷体" panose="02010609060101010101" pitchFamily="49" charset="-122"/>
              </a:rPr>
              <a:t>、神机妙算</a:t>
            </a:r>
            <a:endParaRPr altLang="zh-CN" b="1" dirty="0" sz="2800" lang="en-US">
              <a:solidFill>
                <a:prstClr val="black"/>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主要</a:t>
            </a:r>
            <a:r>
              <a:rPr altLang="en-US" b="1" dirty="0" sz="2800" lang="zh-CN" smtClean="0">
                <a:solidFill>
                  <a:srgbClr val="0000FF"/>
                </a:solidFill>
                <a:latin typeface="楷体" panose="02010609060101010101" pitchFamily="49" charset="-122"/>
                <a:ea typeface="楷体" panose="02010609060101010101" pitchFamily="49" charset="-122"/>
              </a:rPr>
              <a:t>事迹：</a:t>
            </a:r>
            <a:r>
              <a:rPr altLang="en-US" b="1" dirty="0" sz="2800" lang="zh-CN" smtClean="0">
                <a:solidFill>
                  <a:prstClr val="black"/>
                </a:solidFill>
                <a:latin typeface="楷体" panose="02010609060101010101" pitchFamily="49" charset="-122"/>
                <a:ea typeface="楷体" panose="02010609060101010101" pitchFamily="49" charset="-122"/>
              </a:rPr>
              <a:t>智取</a:t>
            </a:r>
            <a:r>
              <a:rPr altLang="en-US" b="1" dirty="0" sz="2800" lang="zh-CN">
                <a:solidFill>
                  <a:prstClr val="black"/>
                </a:solidFill>
                <a:latin typeface="楷体" panose="02010609060101010101" pitchFamily="49" charset="-122"/>
                <a:ea typeface="楷体" panose="02010609060101010101" pitchFamily="49" charset="-122"/>
              </a:rPr>
              <a:t>生辰纲、攻打祝家庄</a:t>
            </a:r>
          </a:p>
        </p:txBody>
      </p:sp>
      <p:pic>
        <p:nvPicPr>
          <p:cNvPr id="2097158" name="Picture 4" descr="shb1a-03"/>
          <p:cNvPicPr>
            <a:picLocks noChangeAspect="1" noChangeArrowheads="1"/>
          </p:cNvPicPr>
          <p:nvPr/>
        </p:nvPicPr>
        <p:blipFill>
          <a:blip xmlns:r="http://schemas.openxmlformats.org/officeDocument/2006/relationships" r:embed="rId1" cstate="email"/>
          <a:srcRect/>
          <a:stretch>
            <a:fillRect/>
          </a:stretch>
        </p:blipFill>
        <p:spPr>
          <a:xfrm>
            <a:off x="428596" y="884659"/>
            <a:ext cx="2324100" cy="3343275"/>
          </a:xfrm>
          <a:prstGeom prst="rect"/>
          <a:noFill/>
        </p:spPr>
      </p:pic>
      <p:grpSp>
        <p:nvGrpSpPr>
          <p:cNvPr id="166" name="组合 6"/>
          <p:cNvGrpSpPr/>
          <p:nvPr/>
        </p:nvGrpSpPr>
        <p:grpSpPr bwMode="auto">
          <a:xfrm>
            <a:off x="28575" y="-3175"/>
            <a:ext cx="2006600" cy="561681"/>
            <a:chOff x="70" y="-63"/>
            <a:chExt cx="3160" cy="884"/>
          </a:xfrm>
        </p:grpSpPr>
        <p:sp>
          <p:nvSpPr>
            <p:cNvPr id="1048710"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42"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711" name="菱形 6"/>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6" presetSubtype="21">
                                  <p:stCondLst>
                                    <p:cond delay="0"/>
                                  </p:stCondLst>
                                  <p:childTnLst>
                                    <p:set>
                                      <p:cBhvr>
                                        <p:cTn dur="1" fill="hold" id="6">
                                          <p:stCondLst>
                                            <p:cond delay="0"/>
                                          </p:stCondLst>
                                        </p:cTn>
                                        <p:tgtEl>
                                          <p:spTgt spid="1048709">
                                            <p:txEl>
                                              <p:pRg st="0" end="0"/>
                                            </p:txEl>
                                          </p:spTgt>
                                        </p:tgtEl>
                                        <p:attrNameLst>
                                          <p:attrName>style.visibility</p:attrName>
                                        </p:attrNameLst>
                                      </p:cBhvr>
                                      <p:to>
                                        <p:strVal val="visible"/>
                                      </p:to>
                                    </p:set>
                                    <p:animEffect transition="in" filter="barn(inVertical)">
                                      <p:cBhvr>
                                        <p:cTn dur="500" id="7"/>
                                        <p:tgtEl>
                                          <p:spTgt spid="1048709">
                                            <p:txEl>
                                              <p:pRg st="0" end="0"/>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6" presetSubtype="21">
                                  <p:stCondLst>
                                    <p:cond delay="0"/>
                                  </p:stCondLst>
                                  <p:childTnLst>
                                    <p:set>
                                      <p:cBhvr>
                                        <p:cTn dur="1" fill="hold" id="11">
                                          <p:stCondLst>
                                            <p:cond delay="0"/>
                                          </p:stCondLst>
                                        </p:cTn>
                                        <p:tgtEl>
                                          <p:spTgt spid="1048709">
                                            <p:txEl>
                                              <p:pRg st="1" end="1"/>
                                            </p:txEl>
                                          </p:spTgt>
                                        </p:tgtEl>
                                        <p:attrNameLst>
                                          <p:attrName>style.visibility</p:attrName>
                                        </p:attrNameLst>
                                      </p:cBhvr>
                                      <p:to>
                                        <p:strVal val="visible"/>
                                      </p:to>
                                    </p:set>
                                    <p:animEffect transition="in" filter="barn(inVertical)">
                                      <p:cBhvr>
                                        <p:cTn dur="500" id="12"/>
                                        <p:tgtEl>
                                          <p:spTgt spid="1048709">
                                            <p:txEl>
                                              <p:pRg st="1" end="1"/>
                                            </p:txEl>
                                          </p:spTgt>
                                        </p:tgtEl>
                                      </p:cBhvr>
                                    </p:animEffec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6" presetSubtype="21">
                                  <p:stCondLst>
                                    <p:cond delay="0"/>
                                  </p:stCondLst>
                                  <p:childTnLst>
                                    <p:set>
                                      <p:cBhvr>
                                        <p:cTn dur="1" fill="hold" id="16">
                                          <p:stCondLst>
                                            <p:cond delay="0"/>
                                          </p:stCondLst>
                                        </p:cTn>
                                        <p:tgtEl>
                                          <p:spTgt spid="1048709">
                                            <p:txEl>
                                              <p:pRg st="2" end="2"/>
                                            </p:txEl>
                                          </p:spTgt>
                                        </p:tgtEl>
                                        <p:attrNameLst>
                                          <p:attrName>style.visibility</p:attrName>
                                        </p:attrNameLst>
                                      </p:cBhvr>
                                      <p:to>
                                        <p:strVal val="visible"/>
                                      </p:to>
                                    </p:set>
                                    <p:animEffect transition="in" filter="barn(inVertical)">
                                      <p:cBhvr>
                                        <p:cTn dur="500" id="17"/>
                                        <p:tgtEl>
                                          <p:spTgt spid="1048709">
                                            <p:txEl>
                                              <p:pRg st="2" end="2"/>
                                            </p:txEl>
                                          </p:spTgt>
                                        </p:tgtEl>
                                      </p:cBhvr>
                                    </p:animEffect>
                                  </p:childTnLst>
                                </p:cTn>
                              </p:par>
                            </p:childTnLst>
                          </p:cTn>
                        </p:par>
                      </p:childTnLst>
                    </p:cTn>
                  </p:par>
                  <p:par>
                    <p:cTn fill="hold" id="18">
                      <p:stCondLst>
                        <p:cond delay="indefinite"/>
                      </p:stCondLst>
                      <p:childTnLst>
                        <p:par>
                          <p:cTn fill="hold" id="19">
                            <p:stCondLst>
                              <p:cond delay="0"/>
                            </p:stCondLst>
                            <p:childTnLst>
                              <p:par>
                                <p:cTn fill="hold" id="20" nodeType="clickEffect" presetClass="entr" presetID="16" presetSubtype="21">
                                  <p:stCondLst>
                                    <p:cond delay="0"/>
                                  </p:stCondLst>
                                  <p:childTnLst>
                                    <p:set>
                                      <p:cBhvr>
                                        <p:cTn dur="1" fill="hold" id="21">
                                          <p:stCondLst>
                                            <p:cond delay="0"/>
                                          </p:stCondLst>
                                        </p:cTn>
                                        <p:tgtEl>
                                          <p:spTgt spid="1048709">
                                            <p:txEl>
                                              <p:pRg st="3" end="3"/>
                                            </p:txEl>
                                          </p:spTgt>
                                        </p:tgtEl>
                                        <p:attrNameLst>
                                          <p:attrName>style.visibility</p:attrName>
                                        </p:attrNameLst>
                                      </p:cBhvr>
                                      <p:to>
                                        <p:strVal val="visible"/>
                                      </p:to>
                                    </p:set>
                                    <p:animEffect transition="in" filter="barn(inVertical)">
                                      <p:cBhvr>
                                        <p:cTn dur="500" id="22"/>
                                        <p:tgtEl>
                                          <p:spTgt spid="104870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68" name=""/>
        <p:cNvGrpSpPr/>
        <p:nvPr/>
      </p:nvGrpSpPr>
      <p:grpSpPr>
        <a:xfrm>
          <a:off x="0" y="0"/>
          <a:ext cx="0" cy="0"/>
          <a:chOff x="0" y="0"/>
          <a:chExt cx="0" cy="0"/>
        </a:xfrm>
      </p:grpSpPr>
      <p:sp>
        <p:nvSpPr>
          <p:cNvPr id="1048716" name="TextBox 4"/>
          <p:cNvSpPr txBox="1">
            <a:spLocks noChangeArrowheads="1"/>
          </p:cNvSpPr>
          <p:nvPr/>
        </p:nvSpPr>
        <p:spPr bwMode="auto">
          <a:xfrm>
            <a:off x="323528" y="579765"/>
            <a:ext cx="8568952" cy="4697730"/>
          </a:xfrm>
          <a:prstGeom prst="rect"/>
          <a:noFill/>
          <a:ln w="9525">
            <a:noFill/>
            <a:miter lim="800000"/>
          </a:ln>
        </p:spPr>
        <p:txBody>
          <a:bodyPr bIns="34290" lIns="68580" rIns="68580" tIns="34290" wrap="square">
            <a:spAutoFit/>
          </a:bodyPr>
          <a:p>
            <a:pPr fontAlgn="base">
              <a:lnSpc>
                <a:spcPct val="150000"/>
              </a:lnSpc>
              <a:spcBef>
                <a:spcPct val="0"/>
              </a:spcBef>
              <a:spcAft>
                <a:spcPct val="0"/>
              </a:spcAft>
              <a:buFont typeface="Wingdings" panose="05000000000000000000" pitchFamily="2" charset="2"/>
              <a:buChar char="u"/>
            </a:pPr>
            <a:r>
              <a:rPr altLang="en-US" b="1" dirty="0" sz="2000" lang="zh-CN">
                <a:solidFill>
                  <a:srgbClr val="0000FF"/>
                </a:solidFill>
                <a:latin typeface="宋体" panose="02010600030101010101" pitchFamily="2" charset="-122"/>
                <a:ea typeface="宋体" panose="02010600030101010101" pitchFamily="2" charset="-122"/>
              </a:rPr>
              <a:t>人物简介</a:t>
            </a:r>
            <a:endParaRPr altLang="zh-CN" b="1" dirty="0" sz="2000" lang="en-US">
              <a:solidFill>
                <a:srgbClr val="0000FF"/>
              </a:solidFill>
              <a:latin typeface="宋体" panose="02010600030101010101" pitchFamily="2" charset="-122"/>
              <a:ea typeface="宋体" panose="02010600030101010101" pitchFamily="2" charset="-122"/>
            </a:endParaRPr>
          </a:p>
          <a:p>
            <a:pPr fontAlgn="base">
              <a:lnSpc>
                <a:spcPct val="150000"/>
              </a:lnSpc>
              <a:spcBef>
                <a:spcPct val="0"/>
              </a:spcBef>
              <a:spcAft>
                <a:spcPct val="0"/>
              </a:spcAft>
            </a:pPr>
            <a:r>
              <a:rPr altLang="zh-CN" b="1" dirty="0" sz="2000" lang="en-US">
                <a:solidFill>
                  <a:srgbClr val="0000FF"/>
                </a:solidFill>
                <a:latin typeface="宋体" panose="02010600030101010101" pitchFamily="2" charset="-122"/>
                <a:ea typeface="宋体" panose="02010600030101010101" pitchFamily="2" charset="-122"/>
              </a:rPr>
              <a:t>    </a:t>
            </a:r>
            <a:r>
              <a:rPr altLang="en-US" b="1" dirty="0" sz="2000" lang="zh-CN">
                <a:solidFill>
                  <a:prstClr val="black"/>
                </a:solidFill>
                <a:latin typeface="宋体" panose="02010600030101010101" pitchFamily="2" charset="-122"/>
                <a:ea typeface="宋体" panose="02010600030101010101" pitchFamily="2" charset="-122"/>
              </a:rPr>
              <a:t>平生机巧聪明，曾读万卷经书。惯使两条铜链。吴用为晁盖献计，用药酒麻倒了青面兽杨志。宋江在浔阳楼题反诗被捉，和戴宗一起被押赴刑场，快行斩时，吴用用计劫了法场，救了宋江、戴宗。宋江二打祝家庄失败，第三次攻打祝家庄时，吴用利用双掌连环计攻克祝家庄。吴用在破连环马时，派时迁偷甲骗徐宁上了梁山。宋江闹华州时，吴用又出计借用宿太尉金铃吊挂，救出了九纹龙史进、花和尚鲁智深。一生屡出奇谋，屡建战功。受招安被封为武胜军承宣使。宋江、李逵被害后，吴用与花荣一同在宋江坟前上吊自杀，与宋江葬在一起。</a:t>
            </a:r>
          </a:p>
        </p:txBody>
      </p:sp>
      <p:grpSp>
        <p:nvGrpSpPr>
          <p:cNvPr id="169" name="组合 6"/>
          <p:cNvGrpSpPr/>
          <p:nvPr/>
        </p:nvGrpSpPr>
        <p:grpSpPr bwMode="auto">
          <a:xfrm>
            <a:off x="28575" y="-3175"/>
            <a:ext cx="2006600" cy="561681"/>
            <a:chOff x="70" y="-63"/>
            <a:chExt cx="3160" cy="884"/>
          </a:xfrm>
        </p:grpSpPr>
        <p:sp>
          <p:nvSpPr>
            <p:cNvPr id="1048717"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43"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718" name="菱形 5"/>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71" name=""/>
        <p:cNvGrpSpPr/>
        <p:nvPr/>
      </p:nvGrpSpPr>
      <p:grpSpPr>
        <a:xfrm>
          <a:off x="0" y="0"/>
          <a:ext cx="0" cy="0"/>
          <a:chOff x="0" y="0"/>
          <a:chExt cx="0" cy="0"/>
        </a:xfrm>
      </p:grpSpPr>
      <p:sp>
        <p:nvSpPr>
          <p:cNvPr id="1048723" name="TextBox 4"/>
          <p:cNvSpPr txBox="1">
            <a:spLocks noChangeArrowheads="1"/>
          </p:cNvSpPr>
          <p:nvPr/>
        </p:nvSpPr>
        <p:spPr bwMode="auto">
          <a:xfrm>
            <a:off x="379413" y="581815"/>
            <a:ext cx="6443662" cy="4561205"/>
          </a:xfrm>
          <a:prstGeom prst="rect"/>
          <a:noFill/>
          <a:ln>
            <a:noFill/>
          </a:ln>
        </p:spPr>
        <p:txBody>
          <a:bodyPr bIns="34290" lIns="68580" rIns="68580" tIns="34290">
            <a:spAutoFit/>
          </a:bodyPr>
          <a:lstStyle>
            <a:lvl1pPr>
              <a:defRPr>
                <a:solidFill>
                  <a:schemeClr val="tx1"/>
                </a:solidFill>
                <a:latin typeface="Calibri" panose="020F0502020204030204" pitchFamily="34" charset="0"/>
                <a:ea typeface="宋体" panose="02010600030101010101" pitchFamily="2" charset="-122"/>
              </a:defRPr>
            </a:lvl1pPr>
            <a:lvl2pPr indent="-285750" marL="742950">
              <a:defRPr>
                <a:solidFill>
                  <a:schemeClr val="tx1"/>
                </a:solidFill>
                <a:latin typeface="Calibri" panose="020F0502020204030204" pitchFamily="34" charset="0"/>
                <a:ea typeface="宋体" panose="02010600030101010101" pitchFamily="2" charset="-122"/>
              </a:defRPr>
            </a:lvl2pPr>
            <a:lvl3pPr indent="-228600" marL="1143000">
              <a:defRPr>
                <a:solidFill>
                  <a:schemeClr val="tx1"/>
                </a:solidFill>
                <a:latin typeface="Calibri" panose="020F0502020204030204" pitchFamily="34" charset="0"/>
                <a:ea typeface="宋体" panose="02010600030101010101" pitchFamily="2" charset="-122"/>
              </a:defRPr>
            </a:lvl3pPr>
            <a:lvl4pPr indent="-228600" marL="1600200">
              <a:defRPr>
                <a:solidFill>
                  <a:schemeClr val="tx1"/>
                </a:solidFill>
                <a:latin typeface="Calibri" panose="020F0502020204030204" pitchFamily="34" charset="0"/>
                <a:ea typeface="宋体" panose="02010600030101010101" pitchFamily="2" charset="-122"/>
              </a:defRPr>
            </a:lvl4pPr>
            <a:lvl5pPr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lnSpc>
                <a:spcPct val="125000"/>
              </a:lnSpc>
              <a:spcBef>
                <a:spcPts val="1000"/>
              </a:spcBef>
              <a:spcAft>
                <a:spcPct val="0"/>
              </a:spcAft>
            </a:pPr>
            <a:r>
              <a:rPr altLang="zh-CN" b="1" dirty="0" sz="2800" lang="en-US">
                <a:solidFill>
                  <a:srgbClr val="FF0000"/>
                </a:solidFill>
                <a:latin typeface="楷体" panose="02010609060101010101" pitchFamily="49" charset="-122"/>
                <a:ea typeface="楷体" panose="02010609060101010101" pitchFamily="49" charset="-122"/>
              </a:rPr>
              <a:t>6.</a:t>
            </a:r>
            <a:r>
              <a:rPr altLang="en-US" b="1" dirty="0" sz="2800" lang="zh-CN">
                <a:solidFill>
                  <a:srgbClr val="FF0000"/>
                </a:solidFill>
                <a:latin typeface="楷体" panose="02010609060101010101" pitchFamily="49" charset="-122"/>
                <a:ea typeface="楷体" panose="02010609060101010101" pitchFamily="49" charset="-122"/>
              </a:rPr>
              <a:t>武松</a:t>
            </a:r>
            <a:endParaRPr altLang="zh-CN" b="1" dirty="0" sz="2800" lang="en-US">
              <a:solidFill>
                <a:srgbClr val="FF0000"/>
              </a:solidFill>
              <a:latin typeface="楷体" panose="02010609060101010101" pitchFamily="49" charset="-122"/>
              <a:ea typeface="楷体" panose="02010609060101010101" pitchFamily="49" charset="-122"/>
            </a:endParaRPr>
          </a:p>
          <a:p>
            <a:pPr fontAlgn="base" indent="-457200" marL="457200">
              <a:lnSpc>
                <a:spcPct val="125000"/>
              </a:lnSpc>
              <a:spcBef>
                <a:spcPts val="1000"/>
              </a:spcBef>
              <a:spcAft>
                <a:spcPct val="0"/>
              </a:spcAft>
              <a:buFont typeface="Wingdings" panose="05000000000000000000" pitchFamily="2" charset="2"/>
              <a:buChar char="u"/>
            </a:pPr>
            <a:r>
              <a:rPr altLang="en-US" b="1" dirty="0" sz="2800" lang="zh-CN" smtClean="0">
                <a:solidFill>
                  <a:srgbClr val="0000FF"/>
                </a:solidFill>
                <a:latin typeface="楷体" panose="02010609060101010101" pitchFamily="49" charset="-122"/>
                <a:ea typeface="楷体" panose="02010609060101010101" pitchFamily="49" charset="-122"/>
              </a:rPr>
              <a:t>绰号：</a:t>
            </a:r>
            <a:r>
              <a:rPr altLang="en-US" b="1" dirty="0" sz="2800" lang="zh-CN" smtClean="0">
                <a:solidFill>
                  <a:prstClr val="black"/>
                </a:solidFill>
                <a:latin typeface="楷体" panose="02010609060101010101" pitchFamily="49" charset="-122"/>
                <a:ea typeface="楷体" panose="02010609060101010101" pitchFamily="49" charset="-122"/>
              </a:rPr>
              <a:t>行者</a:t>
            </a:r>
            <a:endParaRPr altLang="en-US" b="1" dirty="0" sz="2800" lang="zh-CN">
              <a:solidFill>
                <a:prstClr val="black"/>
              </a:solidFill>
              <a:latin typeface="楷体" panose="02010609060101010101" pitchFamily="49" charset="-122"/>
              <a:ea typeface="楷体" panose="02010609060101010101" pitchFamily="49" charset="-122"/>
            </a:endParaRPr>
          </a:p>
          <a:p>
            <a:pPr fontAlgn="base" indent="-457200" marL="457200">
              <a:lnSpc>
                <a:spcPct val="125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性格</a:t>
            </a:r>
            <a:r>
              <a:rPr altLang="en-US" b="1" dirty="0" sz="2800" lang="zh-CN" smtClean="0">
                <a:solidFill>
                  <a:srgbClr val="0000FF"/>
                </a:solidFill>
                <a:latin typeface="楷体" panose="02010609060101010101" pitchFamily="49" charset="-122"/>
                <a:ea typeface="楷体" panose="02010609060101010101" pitchFamily="49" charset="-122"/>
              </a:rPr>
              <a:t>特点：</a:t>
            </a:r>
            <a:r>
              <a:rPr altLang="en-US" b="1" dirty="0" sz="2800" lang="zh-CN" smtClean="0">
                <a:solidFill>
                  <a:prstClr val="black"/>
                </a:solidFill>
                <a:latin typeface="楷体" panose="02010609060101010101" pitchFamily="49" charset="-122"/>
                <a:ea typeface="楷体" panose="02010609060101010101" pitchFamily="49" charset="-122"/>
              </a:rPr>
              <a:t>崇尚</a:t>
            </a:r>
            <a:r>
              <a:rPr altLang="en-US" b="1" dirty="0" sz="2800" lang="zh-CN">
                <a:solidFill>
                  <a:prstClr val="black"/>
                </a:solidFill>
                <a:latin typeface="楷体" panose="02010609060101010101" pitchFamily="49" charset="-122"/>
                <a:ea typeface="楷体" panose="02010609060101010101" pitchFamily="49" charset="-122"/>
              </a:rPr>
              <a:t>忠义、勇而有谋、有仇必复、有恩必报、滥杀无辜</a:t>
            </a:r>
            <a:endParaRPr altLang="zh-CN" b="1" dirty="0" sz="2800" lang="en-US">
              <a:solidFill>
                <a:prstClr val="black"/>
              </a:solidFill>
              <a:latin typeface="楷体" panose="02010609060101010101" pitchFamily="49" charset="-122"/>
              <a:ea typeface="楷体" panose="02010609060101010101" pitchFamily="49" charset="-122"/>
            </a:endParaRPr>
          </a:p>
          <a:p>
            <a:pPr fontAlgn="base" indent="-457200" marL="457200">
              <a:lnSpc>
                <a:spcPct val="125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主要</a:t>
            </a:r>
            <a:r>
              <a:rPr altLang="en-US" b="1" dirty="0" sz="2800" lang="zh-CN" smtClean="0">
                <a:solidFill>
                  <a:srgbClr val="0000FF"/>
                </a:solidFill>
                <a:latin typeface="楷体" panose="02010609060101010101" pitchFamily="49" charset="-122"/>
                <a:ea typeface="楷体" panose="02010609060101010101" pitchFamily="49" charset="-122"/>
              </a:rPr>
              <a:t>事迹：</a:t>
            </a:r>
            <a:r>
              <a:rPr altLang="en-US" b="1" dirty="0" sz="2800" lang="zh-CN" smtClean="0">
                <a:solidFill>
                  <a:prstClr val="black"/>
                </a:solidFill>
                <a:latin typeface="楷体" panose="02010609060101010101" pitchFamily="49" charset="-122"/>
                <a:ea typeface="楷体" panose="02010609060101010101" pitchFamily="49" charset="-122"/>
              </a:rPr>
              <a:t>景</a:t>
            </a:r>
            <a:r>
              <a:rPr altLang="en-US" b="1" dirty="0" sz="2800" lang="zh-CN">
                <a:solidFill>
                  <a:prstClr val="black"/>
                </a:solidFill>
                <a:latin typeface="楷体" panose="02010609060101010101" pitchFamily="49" charset="-122"/>
                <a:ea typeface="楷体" panose="02010609060101010101" pitchFamily="49" charset="-122"/>
              </a:rPr>
              <a:t>阳冈打虎、血刃潘金莲、斗杀西门庆、醉打蒋门神、大闹飞云浦、血溅鸳鸯楼、除恶蜈蚣岭</a:t>
            </a:r>
          </a:p>
        </p:txBody>
      </p:sp>
      <p:pic>
        <p:nvPicPr>
          <p:cNvPr id="2097159" name="Picture 4" descr="shb1a-14"/>
          <p:cNvPicPr>
            <a:picLocks noChangeAspect="1" noChangeArrowheads="1"/>
          </p:cNvPicPr>
          <p:nvPr/>
        </p:nvPicPr>
        <p:blipFill>
          <a:blip xmlns:r="http://schemas.openxmlformats.org/officeDocument/2006/relationships" r:embed="rId1" cstate="email"/>
          <a:srcRect/>
          <a:stretch>
            <a:fillRect/>
          </a:stretch>
        </p:blipFill>
        <p:spPr>
          <a:xfrm>
            <a:off x="6858016" y="1028675"/>
            <a:ext cx="2109818" cy="3343275"/>
          </a:xfrm>
          <a:prstGeom prst="rect"/>
          <a:noFill/>
        </p:spPr>
      </p:pic>
      <p:grpSp>
        <p:nvGrpSpPr>
          <p:cNvPr id="172" name="组合 6"/>
          <p:cNvGrpSpPr/>
          <p:nvPr/>
        </p:nvGrpSpPr>
        <p:grpSpPr bwMode="auto">
          <a:xfrm>
            <a:off x="28575" y="-3175"/>
            <a:ext cx="2006600" cy="561681"/>
            <a:chOff x="70" y="-63"/>
            <a:chExt cx="3160" cy="884"/>
          </a:xfrm>
        </p:grpSpPr>
        <p:sp>
          <p:nvSpPr>
            <p:cNvPr id="1048724"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44"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725" name="菱形 8"/>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6" presetSubtype="21">
                                  <p:stCondLst>
                                    <p:cond delay="0"/>
                                  </p:stCondLst>
                                  <p:childTnLst>
                                    <p:set>
                                      <p:cBhvr>
                                        <p:cTn dur="1" fill="hold" id="6">
                                          <p:stCondLst>
                                            <p:cond delay="0"/>
                                          </p:stCondLst>
                                        </p:cTn>
                                        <p:tgtEl>
                                          <p:spTgt spid="1048723">
                                            <p:txEl>
                                              <p:pRg st="0" end="0"/>
                                            </p:txEl>
                                          </p:spTgt>
                                        </p:tgtEl>
                                        <p:attrNameLst>
                                          <p:attrName>style.visibility</p:attrName>
                                        </p:attrNameLst>
                                      </p:cBhvr>
                                      <p:to>
                                        <p:strVal val="visible"/>
                                      </p:to>
                                    </p:set>
                                    <p:animEffect transition="in" filter="barn(inVertical)">
                                      <p:cBhvr>
                                        <p:cTn dur="500" id="7"/>
                                        <p:tgtEl>
                                          <p:spTgt spid="1048723">
                                            <p:txEl>
                                              <p:pRg st="0" end="0"/>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6" presetSubtype="21">
                                  <p:stCondLst>
                                    <p:cond delay="0"/>
                                  </p:stCondLst>
                                  <p:childTnLst>
                                    <p:set>
                                      <p:cBhvr>
                                        <p:cTn dur="1" fill="hold" id="11">
                                          <p:stCondLst>
                                            <p:cond delay="0"/>
                                          </p:stCondLst>
                                        </p:cTn>
                                        <p:tgtEl>
                                          <p:spTgt spid="1048723">
                                            <p:txEl>
                                              <p:pRg st="1" end="1"/>
                                            </p:txEl>
                                          </p:spTgt>
                                        </p:tgtEl>
                                        <p:attrNameLst>
                                          <p:attrName>style.visibility</p:attrName>
                                        </p:attrNameLst>
                                      </p:cBhvr>
                                      <p:to>
                                        <p:strVal val="visible"/>
                                      </p:to>
                                    </p:set>
                                    <p:animEffect transition="in" filter="barn(inVertical)">
                                      <p:cBhvr>
                                        <p:cTn dur="500" id="12"/>
                                        <p:tgtEl>
                                          <p:spTgt spid="1048723">
                                            <p:txEl>
                                              <p:pRg st="1" end="1"/>
                                            </p:txEl>
                                          </p:spTgt>
                                        </p:tgtEl>
                                      </p:cBhvr>
                                    </p:animEffec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6" presetSubtype="21">
                                  <p:stCondLst>
                                    <p:cond delay="0"/>
                                  </p:stCondLst>
                                  <p:childTnLst>
                                    <p:set>
                                      <p:cBhvr>
                                        <p:cTn dur="1" fill="hold" id="16">
                                          <p:stCondLst>
                                            <p:cond delay="0"/>
                                          </p:stCondLst>
                                        </p:cTn>
                                        <p:tgtEl>
                                          <p:spTgt spid="1048723">
                                            <p:txEl>
                                              <p:pRg st="2" end="2"/>
                                            </p:txEl>
                                          </p:spTgt>
                                        </p:tgtEl>
                                        <p:attrNameLst>
                                          <p:attrName>style.visibility</p:attrName>
                                        </p:attrNameLst>
                                      </p:cBhvr>
                                      <p:to>
                                        <p:strVal val="visible"/>
                                      </p:to>
                                    </p:set>
                                    <p:animEffect transition="in" filter="barn(inVertical)">
                                      <p:cBhvr>
                                        <p:cTn dur="500" id="17"/>
                                        <p:tgtEl>
                                          <p:spTgt spid="1048723">
                                            <p:txEl>
                                              <p:pRg st="2" end="2"/>
                                            </p:txEl>
                                          </p:spTgt>
                                        </p:tgtEl>
                                      </p:cBhvr>
                                    </p:animEffect>
                                  </p:childTnLst>
                                </p:cTn>
                              </p:par>
                            </p:childTnLst>
                          </p:cTn>
                        </p:par>
                      </p:childTnLst>
                    </p:cTn>
                  </p:par>
                  <p:par>
                    <p:cTn fill="hold" id="18">
                      <p:stCondLst>
                        <p:cond delay="indefinite"/>
                      </p:stCondLst>
                      <p:childTnLst>
                        <p:par>
                          <p:cTn fill="hold" id="19">
                            <p:stCondLst>
                              <p:cond delay="0"/>
                            </p:stCondLst>
                            <p:childTnLst>
                              <p:par>
                                <p:cTn fill="hold" id="20" nodeType="clickEffect" presetClass="entr" presetID="16" presetSubtype="21">
                                  <p:stCondLst>
                                    <p:cond delay="0"/>
                                  </p:stCondLst>
                                  <p:childTnLst>
                                    <p:set>
                                      <p:cBhvr>
                                        <p:cTn dur="1" fill="hold" id="21">
                                          <p:stCondLst>
                                            <p:cond delay="0"/>
                                          </p:stCondLst>
                                        </p:cTn>
                                        <p:tgtEl>
                                          <p:spTgt spid="1048723">
                                            <p:txEl>
                                              <p:pRg st="3" end="3"/>
                                            </p:txEl>
                                          </p:spTgt>
                                        </p:tgtEl>
                                        <p:attrNameLst>
                                          <p:attrName>style.visibility</p:attrName>
                                        </p:attrNameLst>
                                      </p:cBhvr>
                                      <p:to>
                                        <p:strVal val="visible"/>
                                      </p:to>
                                    </p:set>
                                    <p:animEffect transition="in" filter="barn(inVertical)">
                                      <p:cBhvr>
                                        <p:cTn dur="500" id="22"/>
                                        <p:tgtEl>
                                          <p:spTgt spid="10487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74" name=""/>
        <p:cNvGrpSpPr/>
        <p:nvPr/>
      </p:nvGrpSpPr>
      <p:grpSpPr>
        <a:xfrm>
          <a:off x="0" y="0"/>
          <a:ext cx="0" cy="0"/>
          <a:chOff x="0" y="0"/>
          <a:chExt cx="0" cy="0"/>
        </a:xfrm>
      </p:grpSpPr>
      <p:sp>
        <p:nvSpPr>
          <p:cNvPr id="1048730" name="TextBox 4"/>
          <p:cNvSpPr txBox="1">
            <a:spLocks noChangeArrowheads="1"/>
          </p:cNvSpPr>
          <p:nvPr/>
        </p:nvSpPr>
        <p:spPr bwMode="auto">
          <a:xfrm>
            <a:off x="323528" y="773722"/>
            <a:ext cx="8501122" cy="4080510"/>
          </a:xfrm>
          <a:prstGeom prst="rect"/>
          <a:noFill/>
          <a:ln w="9525">
            <a:noFill/>
            <a:miter lim="800000"/>
          </a:ln>
        </p:spPr>
        <p:txBody>
          <a:bodyPr bIns="34290" lIns="68580" rIns="68580" tIns="34290" wrap="square">
            <a:spAutoFit/>
          </a:bodyPr>
          <a:p>
            <a:pPr fontAlgn="base">
              <a:lnSpc>
                <a:spcPct val="130000"/>
              </a:lnSpc>
              <a:spcBef>
                <a:spcPct val="0"/>
              </a:spcBef>
              <a:spcAft>
                <a:spcPct val="0"/>
              </a:spcAft>
              <a:buFont typeface="Wingdings" panose="05000000000000000000" pitchFamily="2" charset="2"/>
              <a:buChar char="u"/>
            </a:pPr>
            <a:r>
              <a:rPr altLang="en-US" b="1" dirty="0" sz="2000" lang="zh-CN">
                <a:solidFill>
                  <a:srgbClr val="0000FF"/>
                </a:solidFill>
                <a:latin typeface="宋体" panose="02010600030101010101" pitchFamily="2" charset="-122"/>
                <a:ea typeface="宋体" panose="02010600030101010101" pitchFamily="2" charset="-122"/>
              </a:rPr>
              <a:t>人物简介</a:t>
            </a:r>
            <a:endParaRPr altLang="zh-CN" b="1" dirty="0" sz="2000" lang="en-US">
              <a:solidFill>
                <a:srgbClr val="0000FF"/>
              </a:solidFill>
              <a:latin typeface="宋体" panose="02010600030101010101" pitchFamily="2" charset="-122"/>
              <a:ea typeface="宋体" panose="02010600030101010101" pitchFamily="2" charset="-122"/>
            </a:endParaRPr>
          </a:p>
          <a:p>
            <a:pPr fontAlgn="base">
              <a:lnSpc>
                <a:spcPct val="130000"/>
              </a:lnSpc>
              <a:spcBef>
                <a:spcPct val="0"/>
              </a:spcBef>
              <a:spcAft>
                <a:spcPct val="0"/>
              </a:spcAft>
            </a:pPr>
            <a:r>
              <a:rPr altLang="zh-CN" b="1" dirty="0" sz="2000" lang="en-US">
                <a:solidFill>
                  <a:srgbClr val="0000FF"/>
                </a:solidFill>
                <a:latin typeface="宋体" panose="02010600030101010101" pitchFamily="2" charset="-122"/>
                <a:ea typeface="宋体" panose="02010600030101010101" pitchFamily="2" charset="-122"/>
              </a:rPr>
              <a:t>    </a:t>
            </a:r>
            <a:r>
              <a:rPr altLang="en-US" b="1" dirty="0" sz="2000" lang="zh-CN">
                <a:solidFill>
                  <a:prstClr val="black"/>
                </a:solidFill>
                <a:latin typeface="宋体" panose="02010600030101010101" pitchFamily="2" charset="-122"/>
                <a:ea typeface="宋体" panose="02010600030101010101" pitchFamily="2" charset="-122"/>
              </a:rPr>
              <a:t>江湖上都称他“武二郎”，山东清河县人。他最显著的事迹是景阳冈打虎，威震天下，后做了阳谷县步兵都头。哥哥武大郎被西门庆、潘金莲及王婆杀害后，武松杀了三人，投案自首，后被发配孟州牢城。在安平寨牢营，结识了金眼彪施恩。为替施恩夺回店铺，武松大闹快活林，醉打蒋门神。后被蒋门神勾结张团练陷害。在飞云浦，武松杀死公差，回鸳鸯楼杀死张团练、蒋门神。后来投奔梁山泊。在梁山坐第十四位交棒，是步军第二名头领。攻打方腊时，武松失去左臂，留在六合寺照看林冲，后出家为僧，直至八十岁死去。</a:t>
            </a:r>
          </a:p>
        </p:txBody>
      </p:sp>
      <p:grpSp>
        <p:nvGrpSpPr>
          <p:cNvPr id="175" name="组合 6"/>
          <p:cNvGrpSpPr/>
          <p:nvPr/>
        </p:nvGrpSpPr>
        <p:grpSpPr bwMode="auto">
          <a:xfrm>
            <a:off x="28575" y="-3175"/>
            <a:ext cx="2006600" cy="561681"/>
            <a:chOff x="70" y="-63"/>
            <a:chExt cx="3160" cy="884"/>
          </a:xfrm>
        </p:grpSpPr>
        <p:sp>
          <p:nvSpPr>
            <p:cNvPr id="1048731"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45"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732" name="菱形 6"/>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6" presetSubtype="21">
                                  <p:stCondLst>
                                    <p:cond delay="0"/>
                                  </p:stCondLst>
                                  <p:childTnLst>
                                    <p:set>
                                      <p:cBhvr>
                                        <p:cTn dur="1" fill="hold" id="6">
                                          <p:stCondLst>
                                            <p:cond delay="0"/>
                                          </p:stCondLst>
                                        </p:cTn>
                                        <p:tgtEl>
                                          <p:spTgt spid="1048730"/>
                                        </p:tgtEl>
                                        <p:attrNameLst>
                                          <p:attrName>style.visibility</p:attrName>
                                        </p:attrNameLst>
                                      </p:cBhvr>
                                      <p:to>
                                        <p:strVal val="visible"/>
                                      </p:to>
                                    </p:set>
                                    <p:animEffect transition="in" filter="barn(inVertical)">
                                      <p:cBhvr>
                                        <p:cTn dur="500" id="7"/>
                                        <p:tgtEl>
                                          <p:spTgt spid="10487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3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77" name=""/>
        <p:cNvGrpSpPr/>
        <p:nvPr/>
      </p:nvGrpSpPr>
      <p:grpSpPr>
        <a:xfrm>
          <a:off x="0" y="0"/>
          <a:ext cx="0" cy="0"/>
          <a:chOff x="0" y="0"/>
          <a:chExt cx="0" cy="0"/>
        </a:xfrm>
      </p:grpSpPr>
      <p:sp>
        <p:nvSpPr>
          <p:cNvPr id="1048737" name="TextBox 4"/>
          <p:cNvSpPr txBox="1">
            <a:spLocks noChangeArrowheads="1"/>
          </p:cNvSpPr>
          <p:nvPr/>
        </p:nvSpPr>
        <p:spPr bwMode="auto">
          <a:xfrm>
            <a:off x="568325" y="995363"/>
            <a:ext cx="6019899" cy="3503930"/>
          </a:xfrm>
          <a:prstGeom prst="rect"/>
          <a:noFill/>
          <a:ln>
            <a:noFill/>
          </a:ln>
        </p:spPr>
        <p:txBody>
          <a:bodyPr bIns="34290" lIns="68580" rIns="68580" tIns="34290" wrap="square">
            <a:spAutoFit/>
          </a:bodyPr>
          <a:lstStyle>
            <a:lvl1pPr>
              <a:defRPr>
                <a:solidFill>
                  <a:schemeClr val="tx1"/>
                </a:solidFill>
                <a:latin typeface="Calibri" panose="020F0502020204030204" pitchFamily="34" charset="0"/>
                <a:ea typeface="宋体" panose="02010600030101010101" pitchFamily="2" charset="-122"/>
              </a:defRPr>
            </a:lvl1pPr>
            <a:lvl2pPr indent="-285750" marL="742950">
              <a:defRPr>
                <a:solidFill>
                  <a:schemeClr val="tx1"/>
                </a:solidFill>
                <a:latin typeface="Calibri" panose="020F0502020204030204" pitchFamily="34" charset="0"/>
                <a:ea typeface="宋体" panose="02010600030101010101" pitchFamily="2" charset="-122"/>
              </a:defRPr>
            </a:lvl2pPr>
            <a:lvl3pPr indent="-228600" marL="1143000">
              <a:defRPr>
                <a:solidFill>
                  <a:schemeClr val="tx1"/>
                </a:solidFill>
                <a:latin typeface="Calibri" panose="020F0502020204030204" pitchFamily="34" charset="0"/>
                <a:ea typeface="宋体" panose="02010600030101010101" pitchFamily="2" charset="-122"/>
              </a:defRPr>
            </a:lvl3pPr>
            <a:lvl4pPr indent="-228600" marL="1600200">
              <a:defRPr>
                <a:solidFill>
                  <a:schemeClr val="tx1"/>
                </a:solidFill>
                <a:latin typeface="Calibri" panose="020F0502020204030204" pitchFamily="34" charset="0"/>
                <a:ea typeface="宋体" panose="02010600030101010101" pitchFamily="2" charset="-122"/>
              </a:defRPr>
            </a:lvl4pPr>
            <a:lvl5pPr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lnSpc>
                <a:spcPct val="130000"/>
              </a:lnSpc>
              <a:spcBef>
                <a:spcPts val="1000"/>
              </a:spcBef>
              <a:spcAft>
                <a:spcPct val="0"/>
              </a:spcAft>
            </a:pPr>
            <a:r>
              <a:rPr altLang="zh-CN" b="1" dirty="0" sz="2800" lang="en-US">
                <a:solidFill>
                  <a:srgbClr val="FF0000"/>
                </a:solidFill>
                <a:latin typeface="楷体" panose="02010609060101010101" pitchFamily="49" charset="-122"/>
                <a:ea typeface="楷体" panose="02010609060101010101" pitchFamily="49" charset="-122"/>
              </a:rPr>
              <a:t>7.</a:t>
            </a:r>
            <a:r>
              <a:rPr altLang="en-US" b="1" dirty="0" sz="2800" lang="zh-CN">
                <a:solidFill>
                  <a:srgbClr val="FF0000"/>
                </a:solidFill>
                <a:latin typeface="楷体" panose="02010609060101010101" pitchFamily="49" charset="-122"/>
                <a:ea typeface="楷体" panose="02010609060101010101" pitchFamily="49" charset="-122"/>
              </a:rPr>
              <a:t>杨志</a:t>
            </a:r>
            <a:endParaRPr altLang="zh-CN" b="1" dirty="0" sz="2800" lang="en-US">
              <a:solidFill>
                <a:srgbClr val="FF0000"/>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smtClean="0">
                <a:solidFill>
                  <a:srgbClr val="0000FF"/>
                </a:solidFill>
                <a:latin typeface="楷体" panose="02010609060101010101" pitchFamily="49" charset="-122"/>
                <a:ea typeface="楷体" panose="02010609060101010101" pitchFamily="49" charset="-122"/>
              </a:rPr>
              <a:t>绰号：</a:t>
            </a:r>
            <a:r>
              <a:rPr altLang="en-US" b="1" dirty="0" sz="2800" lang="zh-CN" smtClean="0">
                <a:solidFill>
                  <a:prstClr val="black"/>
                </a:solidFill>
                <a:latin typeface="楷体" panose="02010609060101010101" pitchFamily="49" charset="-122"/>
                <a:ea typeface="楷体" panose="02010609060101010101" pitchFamily="49" charset="-122"/>
              </a:rPr>
              <a:t>青</a:t>
            </a:r>
            <a:r>
              <a:rPr altLang="en-US" b="1" dirty="0" sz="2800" lang="zh-CN">
                <a:solidFill>
                  <a:prstClr val="black"/>
                </a:solidFill>
                <a:latin typeface="楷体" panose="02010609060101010101" pitchFamily="49" charset="-122"/>
                <a:ea typeface="楷体" panose="02010609060101010101" pitchFamily="49" charset="-122"/>
              </a:rPr>
              <a:t>面兽</a:t>
            </a:r>
            <a:endParaRPr altLang="zh-CN" b="1" dirty="0" sz="2800" lang="en-US">
              <a:solidFill>
                <a:prstClr val="black"/>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性格</a:t>
            </a:r>
            <a:r>
              <a:rPr altLang="en-US" b="1" dirty="0" sz="2800" lang="zh-CN" smtClean="0">
                <a:solidFill>
                  <a:srgbClr val="0000FF"/>
                </a:solidFill>
                <a:latin typeface="楷体" panose="02010609060101010101" pitchFamily="49" charset="-122"/>
                <a:ea typeface="楷体" panose="02010609060101010101" pitchFamily="49" charset="-122"/>
              </a:rPr>
              <a:t>特点：</a:t>
            </a:r>
            <a:r>
              <a:rPr altLang="en-US" b="1" dirty="0" sz="2800" lang="zh-CN" smtClean="0">
                <a:solidFill>
                  <a:prstClr val="black"/>
                </a:solidFill>
                <a:latin typeface="楷体" panose="02010609060101010101" pitchFamily="49" charset="-122"/>
                <a:ea typeface="楷体" panose="02010609060101010101" pitchFamily="49" charset="-122"/>
              </a:rPr>
              <a:t>精明能干</a:t>
            </a:r>
            <a:r>
              <a:rPr altLang="en-US" b="1" dirty="0" sz="2800" lang="zh-CN">
                <a:solidFill>
                  <a:prstClr val="black"/>
                </a:solidFill>
                <a:latin typeface="楷体" panose="02010609060101010101" pitchFamily="49" charset="-122"/>
                <a:ea typeface="楷体" panose="02010609060101010101" pitchFamily="49" charset="-122"/>
              </a:rPr>
              <a:t>、粗暴蛮横</a:t>
            </a:r>
            <a:endParaRPr altLang="zh-CN" b="1" dirty="0" sz="2800" lang="en-US">
              <a:solidFill>
                <a:prstClr val="black"/>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主要</a:t>
            </a:r>
            <a:r>
              <a:rPr altLang="en-US" b="1" dirty="0" sz="2800" lang="zh-CN" smtClean="0">
                <a:solidFill>
                  <a:srgbClr val="0000FF"/>
                </a:solidFill>
                <a:latin typeface="楷体" panose="02010609060101010101" pitchFamily="49" charset="-122"/>
                <a:ea typeface="楷体" panose="02010609060101010101" pitchFamily="49" charset="-122"/>
              </a:rPr>
              <a:t>事迹：</a:t>
            </a:r>
            <a:r>
              <a:rPr altLang="en-US" b="1" dirty="0" sz="2800" lang="zh-CN" smtClean="0">
                <a:solidFill>
                  <a:prstClr val="black"/>
                </a:solidFill>
                <a:latin typeface="楷体" panose="02010609060101010101" pitchFamily="49" charset="-122"/>
                <a:ea typeface="楷体" panose="02010609060101010101" pitchFamily="49" charset="-122"/>
              </a:rPr>
              <a:t>杨志</a:t>
            </a:r>
            <a:r>
              <a:rPr altLang="en-US" b="1" dirty="0" sz="2800" lang="zh-CN">
                <a:solidFill>
                  <a:prstClr val="black"/>
                </a:solidFill>
                <a:latin typeface="楷体" panose="02010609060101010101" pitchFamily="49" charset="-122"/>
                <a:ea typeface="楷体" panose="02010609060101010101" pitchFamily="49" charset="-122"/>
              </a:rPr>
              <a:t>卖刀</a:t>
            </a:r>
            <a:r>
              <a:rPr altLang="en-US" b="1" dirty="0" sz="2800" lang="zh-CN" smtClean="0">
                <a:solidFill>
                  <a:prstClr val="black"/>
                </a:solidFill>
                <a:latin typeface="楷体" panose="02010609060101010101" pitchFamily="49" charset="-122"/>
                <a:ea typeface="楷体" panose="02010609060101010101" pitchFamily="49" charset="-122"/>
              </a:rPr>
              <a:t>、</a:t>
            </a:r>
            <a:r>
              <a:rPr altLang="en-US" b="1" dirty="0" sz="2800" lang="zh-CN">
                <a:solidFill>
                  <a:prstClr val="black"/>
                </a:solidFill>
                <a:latin typeface="楷体" panose="02010609060101010101" pitchFamily="49" charset="-122"/>
                <a:ea typeface="楷体" panose="02010609060101010101" pitchFamily="49" charset="-122"/>
              </a:rPr>
              <a:t>护送</a:t>
            </a:r>
            <a:r>
              <a:rPr altLang="en-US" b="1" dirty="0" sz="2800" lang="zh-CN" smtClean="0">
                <a:solidFill>
                  <a:prstClr val="black"/>
                </a:solidFill>
                <a:latin typeface="楷体" panose="02010609060101010101" pitchFamily="49" charset="-122"/>
                <a:ea typeface="楷体" panose="02010609060101010101" pitchFamily="49" charset="-122"/>
              </a:rPr>
              <a:t>生辰纲被劫</a:t>
            </a:r>
            <a:endParaRPr altLang="en-US" b="1" dirty="0" sz="2800" lang="zh-CN">
              <a:solidFill>
                <a:prstClr val="black"/>
              </a:solidFill>
              <a:latin typeface="楷体" panose="02010609060101010101" pitchFamily="49" charset="-122"/>
              <a:ea typeface="楷体" panose="02010609060101010101" pitchFamily="49" charset="-122"/>
            </a:endParaRPr>
          </a:p>
        </p:txBody>
      </p:sp>
      <p:pic>
        <p:nvPicPr>
          <p:cNvPr id="2097160" name="Picture 6" descr="shb1a-17"/>
          <p:cNvPicPr>
            <a:picLocks noChangeAspect="1" noChangeArrowheads="1"/>
          </p:cNvPicPr>
          <p:nvPr/>
        </p:nvPicPr>
        <p:blipFill>
          <a:blip xmlns:r="http://schemas.openxmlformats.org/officeDocument/2006/relationships" r:embed="rId1" cstate="email"/>
          <a:srcRect/>
          <a:stretch>
            <a:fillRect/>
          </a:stretch>
        </p:blipFill>
        <p:spPr bwMode="auto">
          <a:xfrm>
            <a:off x="6588224" y="932284"/>
            <a:ext cx="2249488" cy="3295650"/>
          </a:xfrm>
          <a:prstGeom prst="rect"/>
          <a:noFill/>
          <a:ln w="9525">
            <a:noFill/>
            <a:miter lim="800000"/>
            <a:headEnd/>
            <a:tailEnd/>
          </a:ln>
        </p:spPr>
      </p:pic>
      <p:grpSp>
        <p:nvGrpSpPr>
          <p:cNvPr id="178" name="组合 6"/>
          <p:cNvGrpSpPr/>
          <p:nvPr/>
        </p:nvGrpSpPr>
        <p:grpSpPr bwMode="auto">
          <a:xfrm>
            <a:off x="28575" y="-3175"/>
            <a:ext cx="2006600" cy="561681"/>
            <a:chOff x="70" y="-63"/>
            <a:chExt cx="3160" cy="884"/>
          </a:xfrm>
        </p:grpSpPr>
        <p:sp>
          <p:nvSpPr>
            <p:cNvPr id="1048738"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46"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739" name="菱形 6"/>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6" presetSubtype="21">
                                  <p:stCondLst>
                                    <p:cond delay="0"/>
                                  </p:stCondLst>
                                  <p:childTnLst>
                                    <p:set>
                                      <p:cBhvr>
                                        <p:cTn dur="1" fill="hold" id="6">
                                          <p:stCondLst>
                                            <p:cond delay="0"/>
                                          </p:stCondLst>
                                        </p:cTn>
                                        <p:tgtEl>
                                          <p:spTgt spid="1048737">
                                            <p:txEl>
                                              <p:pRg st="0" end="0"/>
                                            </p:txEl>
                                          </p:spTgt>
                                        </p:tgtEl>
                                        <p:attrNameLst>
                                          <p:attrName>style.visibility</p:attrName>
                                        </p:attrNameLst>
                                      </p:cBhvr>
                                      <p:to>
                                        <p:strVal val="visible"/>
                                      </p:to>
                                    </p:set>
                                    <p:animEffect transition="in" filter="barn(inVertical)">
                                      <p:cBhvr>
                                        <p:cTn dur="500" id="7"/>
                                        <p:tgtEl>
                                          <p:spTgt spid="1048737">
                                            <p:txEl>
                                              <p:pRg st="0" end="0"/>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6" presetSubtype="21">
                                  <p:stCondLst>
                                    <p:cond delay="0"/>
                                  </p:stCondLst>
                                  <p:childTnLst>
                                    <p:set>
                                      <p:cBhvr>
                                        <p:cTn dur="1" fill="hold" id="11">
                                          <p:stCondLst>
                                            <p:cond delay="0"/>
                                          </p:stCondLst>
                                        </p:cTn>
                                        <p:tgtEl>
                                          <p:spTgt spid="1048737">
                                            <p:txEl>
                                              <p:pRg st="1" end="1"/>
                                            </p:txEl>
                                          </p:spTgt>
                                        </p:tgtEl>
                                        <p:attrNameLst>
                                          <p:attrName>style.visibility</p:attrName>
                                        </p:attrNameLst>
                                      </p:cBhvr>
                                      <p:to>
                                        <p:strVal val="visible"/>
                                      </p:to>
                                    </p:set>
                                    <p:animEffect transition="in" filter="barn(inVertical)">
                                      <p:cBhvr>
                                        <p:cTn dur="500" id="12"/>
                                        <p:tgtEl>
                                          <p:spTgt spid="1048737">
                                            <p:txEl>
                                              <p:pRg st="1" end="1"/>
                                            </p:txEl>
                                          </p:spTgt>
                                        </p:tgtEl>
                                      </p:cBhvr>
                                    </p:animEffec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6" presetSubtype="21">
                                  <p:stCondLst>
                                    <p:cond delay="0"/>
                                  </p:stCondLst>
                                  <p:childTnLst>
                                    <p:set>
                                      <p:cBhvr>
                                        <p:cTn dur="1" fill="hold" id="16">
                                          <p:stCondLst>
                                            <p:cond delay="0"/>
                                          </p:stCondLst>
                                        </p:cTn>
                                        <p:tgtEl>
                                          <p:spTgt spid="1048737">
                                            <p:txEl>
                                              <p:pRg st="2" end="2"/>
                                            </p:txEl>
                                          </p:spTgt>
                                        </p:tgtEl>
                                        <p:attrNameLst>
                                          <p:attrName>style.visibility</p:attrName>
                                        </p:attrNameLst>
                                      </p:cBhvr>
                                      <p:to>
                                        <p:strVal val="visible"/>
                                      </p:to>
                                    </p:set>
                                    <p:animEffect transition="in" filter="barn(inVertical)">
                                      <p:cBhvr>
                                        <p:cTn dur="500" id="17"/>
                                        <p:tgtEl>
                                          <p:spTgt spid="1048737">
                                            <p:txEl>
                                              <p:pRg st="2" end="2"/>
                                            </p:txEl>
                                          </p:spTgt>
                                        </p:tgtEl>
                                      </p:cBhvr>
                                    </p:animEffect>
                                  </p:childTnLst>
                                </p:cTn>
                              </p:par>
                            </p:childTnLst>
                          </p:cTn>
                        </p:par>
                      </p:childTnLst>
                    </p:cTn>
                  </p:par>
                  <p:par>
                    <p:cTn fill="hold" id="18">
                      <p:stCondLst>
                        <p:cond delay="indefinite"/>
                      </p:stCondLst>
                      <p:childTnLst>
                        <p:par>
                          <p:cTn fill="hold" id="19">
                            <p:stCondLst>
                              <p:cond delay="0"/>
                            </p:stCondLst>
                            <p:childTnLst>
                              <p:par>
                                <p:cTn fill="hold" id="20" nodeType="clickEffect" presetClass="entr" presetID="16" presetSubtype="21">
                                  <p:stCondLst>
                                    <p:cond delay="0"/>
                                  </p:stCondLst>
                                  <p:childTnLst>
                                    <p:set>
                                      <p:cBhvr>
                                        <p:cTn dur="1" fill="hold" id="21">
                                          <p:stCondLst>
                                            <p:cond delay="0"/>
                                          </p:stCondLst>
                                        </p:cTn>
                                        <p:tgtEl>
                                          <p:spTgt spid="1048737">
                                            <p:txEl>
                                              <p:pRg st="3" end="3"/>
                                            </p:txEl>
                                          </p:spTgt>
                                        </p:tgtEl>
                                        <p:attrNameLst>
                                          <p:attrName>style.visibility</p:attrName>
                                        </p:attrNameLst>
                                      </p:cBhvr>
                                      <p:to>
                                        <p:strVal val="visible"/>
                                      </p:to>
                                    </p:set>
                                    <p:animEffect transition="in" filter="barn(inVertical)">
                                      <p:cBhvr>
                                        <p:cTn dur="500" id="22"/>
                                        <p:tgtEl>
                                          <p:spTgt spid="104873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80" name=""/>
        <p:cNvGrpSpPr/>
        <p:nvPr/>
      </p:nvGrpSpPr>
      <p:grpSpPr>
        <a:xfrm>
          <a:off x="0" y="0"/>
          <a:ext cx="0" cy="0"/>
          <a:chOff x="0" y="0"/>
          <a:chExt cx="0" cy="0"/>
        </a:xfrm>
      </p:grpSpPr>
      <p:sp>
        <p:nvSpPr>
          <p:cNvPr id="1048744" name="TextBox 4"/>
          <p:cNvSpPr txBox="1">
            <a:spLocks noChangeArrowheads="1"/>
          </p:cNvSpPr>
          <p:nvPr/>
        </p:nvSpPr>
        <p:spPr bwMode="auto">
          <a:xfrm>
            <a:off x="500034" y="1034035"/>
            <a:ext cx="8286808" cy="2710180"/>
          </a:xfrm>
          <a:prstGeom prst="rect"/>
          <a:noFill/>
          <a:ln w="9525">
            <a:noFill/>
            <a:miter lim="800000"/>
          </a:ln>
        </p:spPr>
        <p:txBody>
          <a:bodyPr bIns="34290" lIns="68580" rIns="68580" tIns="34290" wrap="square">
            <a:spAutoFit/>
          </a:bodyPr>
          <a:p>
            <a:pPr fontAlgn="base">
              <a:lnSpc>
                <a:spcPct val="130000"/>
              </a:lnSpc>
              <a:spcBef>
                <a:spcPct val="0"/>
              </a:spcBef>
              <a:spcAft>
                <a:spcPct val="0"/>
              </a:spcAft>
              <a:buFont typeface="Wingdings" panose="05000000000000000000" pitchFamily="2" charset="2"/>
              <a:buChar char="u"/>
            </a:pPr>
            <a:r>
              <a:rPr altLang="en-US" b="1" dirty="0" sz="2400" lang="zh-CN">
                <a:solidFill>
                  <a:srgbClr val="0000FF"/>
                </a:solidFill>
                <a:latin typeface="宋体" panose="02010600030101010101" pitchFamily="2" charset="-122"/>
                <a:ea typeface="宋体" panose="02010600030101010101" pitchFamily="2" charset="-122"/>
              </a:rPr>
              <a:t>人物简介</a:t>
            </a:r>
            <a:endParaRPr altLang="zh-CN" b="1" dirty="0" sz="2400" lang="en-US">
              <a:solidFill>
                <a:srgbClr val="0000FF"/>
              </a:solidFill>
              <a:latin typeface="宋体" panose="02010600030101010101" pitchFamily="2" charset="-122"/>
              <a:ea typeface="宋体" panose="02010600030101010101" pitchFamily="2" charset="-122"/>
            </a:endParaRPr>
          </a:p>
          <a:p>
            <a:pPr fontAlgn="base">
              <a:lnSpc>
                <a:spcPct val="130000"/>
              </a:lnSpc>
              <a:spcBef>
                <a:spcPct val="0"/>
              </a:spcBef>
              <a:spcAft>
                <a:spcPct val="0"/>
              </a:spcAft>
            </a:pPr>
            <a:r>
              <a:rPr altLang="zh-CN" b="1" dirty="0" sz="2400" lang="en-US">
                <a:solidFill>
                  <a:srgbClr val="0000FF"/>
                </a:solidFill>
                <a:latin typeface="宋体" panose="02010600030101010101" pitchFamily="2" charset="-122"/>
                <a:ea typeface="宋体" panose="02010600030101010101" pitchFamily="2" charset="-122"/>
              </a:rPr>
              <a:t>    </a:t>
            </a:r>
            <a:r>
              <a:rPr altLang="en-US" b="1" dirty="0" sz="2400" lang="zh-CN">
                <a:solidFill>
                  <a:prstClr val="black"/>
                </a:solidFill>
                <a:latin typeface="宋体" panose="02010600030101010101" pitchFamily="2" charset="-122"/>
                <a:ea typeface="宋体" panose="02010600030101010101" pitchFamily="2" charset="-122"/>
              </a:rPr>
              <a:t>客籍关西，三代将门之后，五侯杨令公之孙，武举出身，官至殿司制使。因先后失陷花石纲、生辰纲，投鲁智深二龙山落草，三山入伙打青州后再上梁山入伙，为山寨马军八骠骑兼八先锋使之一。</a:t>
            </a:r>
          </a:p>
        </p:txBody>
      </p:sp>
      <p:grpSp>
        <p:nvGrpSpPr>
          <p:cNvPr id="181" name="组合 6"/>
          <p:cNvGrpSpPr/>
          <p:nvPr/>
        </p:nvGrpSpPr>
        <p:grpSpPr bwMode="auto">
          <a:xfrm>
            <a:off x="28575" y="-3175"/>
            <a:ext cx="2006600" cy="561681"/>
            <a:chOff x="70" y="-63"/>
            <a:chExt cx="3160" cy="884"/>
          </a:xfrm>
        </p:grpSpPr>
        <p:sp>
          <p:nvSpPr>
            <p:cNvPr id="1048745"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47"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746" name="菱形 5"/>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83" name=""/>
        <p:cNvGrpSpPr/>
        <p:nvPr/>
      </p:nvGrpSpPr>
      <p:grpSpPr>
        <a:xfrm>
          <a:off x="0" y="0"/>
          <a:ext cx="0" cy="0"/>
          <a:chOff x="0" y="0"/>
          <a:chExt cx="0" cy="0"/>
        </a:xfrm>
      </p:grpSpPr>
      <p:sp>
        <p:nvSpPr>
          <p:cNvPr id="1048751" name="TextBox 4"/>
          <p:cNvSpPr txBox="1">
            <a:spLocks noChangeArrowheads="1"/>
          </p:cNvSpPr>
          <p:nvPr/>
        </p:nvSpPr>
        <p:spPr bwMode="auto">
          <a:xfrm>
            <a:off x="395536" y="642924"/>
            <a:ext cx="6359525" cy="4114800"/>
          </a:xfrm>
          <a:prstGeom prst="rect"/>
          <a:noFill/>
          <a:ln>
            <a:noFill/>
          </a:ln>
        </p:spPr>
        <p:txBody>
          <a:bodyPr bIns="34290" lIns="68580" rIns="68580" tIns="34290">
            <a:spAutoFit/>
          </a:bodyPr>
          <a:lstStyle>
            <a:lvl1pPr>
              <a:defRPr>
                <a:solidFill>
                  <a:schemeClr val="tx1"/>
                </a:solidFill>
                <a:latin typeface="Calibri" panose="020F0502020204030204" pitchFamily="34" charset="0"/>
                <a:ea typeface="宋体" panose="02010600030101010101" pitchFamily="2" charset="-122"/>
              </a:defRPr>
            </a:lvl1pPr>
            <a:lvl2pPr indent="-285750" marL="742950">
              <a:defRPr>
                <a:solidFill>
                  <a:schemeClr val="tx1"/>
                </a:solidFill>
                <a:latin typeface="Calibri" panose="020F0502020204030204" pitchFamily="34" charset="0"/>
                <a:ea typeface="宋体" panose="02010600030101010101" pitchFamily="2" charset="-122"/>
              </a:defRPr>
            </a:lvl2pPr>
            <a:lvl3pPr indent="-228600" marL="1143000">
              <a:defRPr>
                <a:solidFill>
                  <a:schemeClr val="tx1"/>
                </a:solidFill>
                <a:latin typeface="Calibri" panose="020F0502020204030204" pitchFamily="34" charset="0"/>
                <a:ea typeface="宋体" panose="02010600030101010101" pitchFamily="2" charset="-122"/>
              </a:defRPr>
            </a:lvl3pPr>
            <a:lvl4pPr indent="-228600" marL="1600200">
              <a:defRPr>
                <a:solidFill>
                  <a:schemeClr val="tx1"/>
                </a:solidFill>
                <a:latin typeface="Calibri" panose="020F0502020204030204" pitchFamily="34" charset="0"/>
                <a:ea typeface="宋体" panose="02010600030101010101" pitchFamily="2" charset="-122"/>
              </a:defRPr>
            </a:lvl4pPr>
            <a:lvl5pPr indent="-228600" marL="2057400">
              <a:defRPr>
                <a:solidFill>
                  <a:schemeClr val="tx1"/>
                </a:solidFill>
                <a:latin typeface="Calibri" panose="020F050202020403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Calibri" panose="020F050202020403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Calibri" panose="020F050202020403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Calibri" panose="020F050202020403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lnSpc>
                <a:spcPct val="130000"/>
              </a:lnSpc>
              <a:spcBef>
                <a:spcPts val="1000"/>
              </a:spcBef>
              <a:spcAft>
                <a:spcPct val="0"/>
              </a:spcAft>
            </a:pPr>
            <a:r>
              <a:rPr altLang="zh-CN" b="1" dirty="0" sz="2800" lang="en-US">
                <a:solidFill>
                  <a:srgbClr val="FF0000"/>
                </a:solidFill>
                <a:latin typeface="楷体" panose="02010609060101010101" pitchFamily="49" charset="-122"/>
                <a:ea typeface="楷体" panose="02010609060101010101" pitchFamily="49" charset="-122"/>
              </a:rPr>
              <a:t>8.</a:t>
            </a:r>
            <a:r>
              <a:rPr altLang="en-US" b="1" dirty="0" sz="2800" lang="zh-CN">
                <a:solidFill>
                  <a:srgbClr val="FF0000"/>
                </a:solidFill>
                <a:latin typeface="楷体" panose="02010609060101010101" pitchFamily="49" charset="-122"/>
                <a:ea typeface="楷体" panose="02010609060101010101" pitchFamily="49" charset="-122"/>
              </a:rPr>
              <a:t>卢俊义</a:t>
            </a:r>
            <a:endParaRPr altLang="zh-CN" b="1" dirty="0" sz="2800" lang="en-US">
              <a:solidFill>
                <a:srgbClr val="FF0000"/>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smtClean="0">
                <a:solidFill>
                  <a:srgbClr val="0000FF"/>
                </a:solidFill>
                <a:latin typeface="楷体" panose="02010609060101010101" pitchFamily="49" charset="-122"/>
                <a:ea typeface="楷体" panose="02010609060101010101" pitchFamily="49" charset="-122"/>
              </a:rPr>
              <a:t>绰号：</a:t>
            </a:r>
            <a:r>
              <a:rPr altLang="en-US" b="1" dirty="0" sz="2800" lang="zh-CN" smtClean="0">
                <a:solidFill>
                  <a:prstClr val="black">
                    <a:lumMod val="95000"/>
                    <a:lumOff val="5000"/>
                  </a:prstClr>
                </a:solidFill>
                <a:latin typeface="楷体" panose="02010609060101010101" pitchFamily="49" charset="-122"/>
                <a:ea typeface="楷体" panose="02010609060101010101" pitchFamily="49" charset="-122"/>
              </a:rPr>
              <a:t>玉</a:t>
            </a:r>
            <a:r>
              <a:rPr altLang="en-US" b="1" dirty="0" sz="2800" lang="zh-CN">
                <a:solidFill>
                  <a:prstClr val="black">
                    <a:lumMod val="95000"/>
                    <a:lumOff val="5000"/>
                  </a:prstClr>
                </a:solidFill>
                <a:latin typeface="楷体" panose="02010609060101010101" pitchFamily="49" charset="-122"/>
                <a:ea typeface="楷体" panose="02010609060101010101" pitchFamily="49" charset="-122"/>
              </a:rPr>
              <a:t>麒麟</a:t>
            </a:r>
            <a:endParaRPr altLang="zh-CN" b="1" dirty="0" sz="2800" lang="en-US">
              <a:solidFill>
                <a:prstClr val="black">
                  <a:lumMod val="95000"/>
                  <a:lumOff val="5000"/>
                </a:prstClr>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性格</a:t>
            </a:r>
            <a:r>
              <a:rPr altLang="en-US" b="1" dirty="0" sz="2800" lang="zh-CN" smtClean="0">
                <a:solidFill>
                  <a:srgbClr val="0000FF"/>
                </a:solidFill>
                <a:latin typeface="楷体" panose="02010609060101010101" pitchFamily="49" charset="-122"/>
                <a:ea typeface="楷体" panose="02010609060101010101" pitchFamily="49" charset="-122"/>
              </a:rPr>
              <a:t>特点：</a:t>
            </a:r>
            <a:r>
              <a:rPr altLang="en-US" b="1" dirty="0" sz="2800" lang="zh-CN" smtClean="0">
                <a:solidFill>
                  <a:prstClr val="black">
                    <a:lumMod val="95000"/>
                    <a:lumOff val="5000"/>
                  </a:prstClr>
                </a:solidFill>
                <a:latin typeface="楷体" panose="02010609060101010101" pitchFamily="49" charset="-122"/>
                <a:ea typeface="楷体" panose="02010609060101010101" pitchFamily="49" charset="-122"/>
              </a:rPr>
              <a:t>为人谨慎、武艺超群、艺</a:t>
            </a:r>
            <a:r>
              <a:rPr altLang="en-US" b="1" dirty="0" sz="2800" lang="zh-CN">
                <a:solidFill>
                  <a:prstClr val="black">
                    <a:lumMod val="95000"/>
                    <a:lumOff val="5000"/>
                  </a:prstClr>
                </a:solidFill>
                <a:latin typeface="楷体" panose="02010609060101010101" pitchFamily="49" charset="-122"/>
                <a:ea typeface="楷体" panose="02010609060101010101" pitchFamily="49" charset="-122"/>
              </a:rPr>
              <a:t>高人</a:t>
            </a:r>
            <a:r>
              <a:rPr altLang="en-US" b="1" dirty="0" sz="2800" lang="zh-CN" smtClean="0">
                <a:solidFill>
                  <a:prstClr val="black">
                    <a:lumMod val="95000"/>
                    <a:lumOff val="5000"/>
                  </a:prstClr>
                </a:solidFill>
                <a:latin typeface="楷体" panose="02010609060101010101" pitchFamily="49" charset="-122"/>
                <a:ea typeface="楷体" panose="02010609060101010101" pitchFamily="49" charset="-122"/>
              </a:rPr>
              <a:t>胆大</a:t>
            </a:r>
            <a:endParaRPr altLang="zh-CN" b="1" dirty="0" sz="2800" lang="en-US">
              <a:solidFill>
                <a:prstClr val="black">
                  <a:lumMod val="95000"/>
                  <a:lumOff val="5000"/>
                </a:prstClr>
              </a:solidFill>
              <a:latin typeface="楷体" panose="02010609060101010101" pitchFamily="49" charset="-122"/>
              <a:ea typeface="楷体" panose="02010609060101010101" pitchFamily="49" charset="-122"/>
            </a:endParaRPr>
          </a:p>
          <a:p>
            <a:pPr fontAlgn="base" indent="-457200" marL="457200">
              <a:lnSpc>
                <a:spcPct val="130000"/>
              </a:lnSpc>
              <a:spcBef>
                <a:spcPts val="1000"/>
              </a:spcBef>
              <a:spcAft>
                <a:spcPct val="0"/>
              </a:spcAft>
              <a:buFont typeface="Wingdings" panose="05000000000000000000" pitchFamily="2" charset="2"/>
              <a:buChar char="u"/>
            </a:pPr>
            <a:r>
              <a:rPr altLang="en-US" b="1" dirty="0" sz="2800" lang="zh-CN">
                <a:solidFill>
                  <a:srgbClr val="0000FF"/>
                </a:solidFill>
                <a:latin typeface="楷体" panose="02010609060101010101" pitchFamily="49" charset="-122"/>
                <a:ea typeface="楷体" panose="02010609060101010101" pitchFamily="49" charset="-122"/>
              </a:rPr>
              <a:t>主要</a:t>
            </a:r>
            <a:r>
              <a:rPr altLang="en-US" b="1" dirty="0" sz="2800" lang="zh-CN" smtClean="0">
                <a:solidFill>
                  <a:srgbClr val="0000FF"/>
                </a:solidFill>
                <a:latin typeface="楷体" panose="02010609060101010101" pitchFamily="49" charset="-122"/>
                <a:ea typeface="楷体" panose="02010609060101010101" pitchFamily="49" charset="-122"/>
              </a:rPr>
              <a:t>事迹：</a:t>
            </a:r>
            <a:r>
              <a:rPr altLang="en-US" b="1" dirty="0" sz="2800" lang="zh-CN" smtClean="0">
                <a:solidFill>
                  <a:prstClr val="black">
                    <a:lumMod val="95000"/>
                    <a:lumOff val="5000"/>
                  </a:prstClr>
                </a:solidFill>
                <a:latin typeface="楷体" panose="02010609060101010101" pitchFamily="49" charset="-122"/>
                <a:ea typeface="楷体" panose="02010609060101010101" pitchFamily="49" charset="-122"/>
              </a:rPr>
              <a:t>活捉</a:t>
            </a:r>
            <a:r>
              <a:rPr altLang="en-US" b="1" dirty="0" sz="2800" lang="zh-CN">
                <a:solidFill>
                  <a:prstClr val="black">
                    <a:lumMod val="95000"/>
                    <a:lumOff val="5000"/>
                  </a:prstClr>
                </a:solidFill>
                <a:latin typeface="楷体" panose="02010609060101010101" pitchFamily="49" charset="-122"/>
                <a:ea typeface="楷体" panose="02010609060101010101" pitchFamily="49" charset="-122"/>
              </a:rPr>
              <a:t>史文</a:t>
            </a:r>
            <a:r>
              <a:rPr altLang="en-US" b="1" dirty="0" sz="2800" lang="zh-CN" smtClean="0">
                <a:solidFill>
                  <a:prstClr val="black">
                    <a:lumMod val="95000"/>
                    <a:lumOff val="5000"/>
                  </a:prstClr>
                </a:solidFill>
                <a:latin typeface="楷体" panose="02010609060101010101" pitchFamily="49" charset="-122"/>
                <a:ea typeface="楷体" panose="02010609060101010101" pitchFamily="49" charset="-122"/>
              </a:rPr>
              <a:t>恭、力挫</a:t>
            </a:r>
            <a:r>
              <a:rPr altLang="en-US" b="1" dirty="0" sz="2800" lang="zh-CN">
                <a:solidFill>
                  <a:prstClr val="black">
                    <a:lumMod val="95000"/>
                    <a:lumOff val="5000"/>
                  </a:prstClr>
                </a:solidFill>
                <a:latin typeface="楷体" panose="02010609060101010101" pitchFamily="49" charset="-122"/>
                <a:ea typeface="楷体" panose="02010609060101010101" pitchFamily="49" charset="-122"/>
              </a:rPr>
              <a:t>耶律四</a:t>
            </a:r>
            <a:r>
              <a:rPr altLang="en-US" b="1" dirty="0" sz="2800" lang="zh-CN" smtClean="0">
                <a:solidFill>
                  <a:prstClr val="black">
                    <a:lumMod val="95000"/>
                    <a:lumOff val="5000"/>
                  </a:prstClr>
                </a:solidFill>
                <a:latin typeface="楷体" panose="02010609060101010101" pitchFamily="49" charset="-122"/>
                <a:ea typeface="楷体" panose="02010609060101010101" pitchFamily="49" charset="-122"/>
              </a:rPr>
              <a:t>将、击</a:t>
            </a:r>
            <a:r>
              <a:rPr altLang="en-US" b="1" dirty="0" sz="2800" lang="zh-CN">
                <a:solidFill>
                  <a:prstClr val="black">
                    <a:lumMod val="95000"/>
                    <a:lumOff val="5000"/>
                  </a:prstClr>
                </a:solidFill>
                <a:latin typeface="楷体" panose="02010609060101010101" pitchFamily="49" charset="-122"/>
                <a:ea typeface="楷体" panose="02010609060101010101" pitchFamily="49" charset="-122"/>
              </a:rPr>
              <a:t>杀厉天</a:t>
            </a:r>
            <a:r>
              <a:rPr altLang="en-US" b="1" dirty="0" sz="2800" lang="zh-CN" smtClean="0">
                <a:solidFill>
                  <a:prstClr val="black">
                    <a:lumMod val="95000"/>
                    <a:lumOff val="5000"/>
                  </a:prstClr>
                </a:solidFill>
                <a:latin typeface="楷体" panose="02010609060101010101" pitchFamily="49" charset="-122"/>
                <a:ea typeface="楷体" panose="02010609060101010101" pitchFamily="49" charset="-122"/>
              </a:rPr>
              <a:t>闰、斩</a:t>
            </a:r>
            <a:r>
              <a:rPr altLang="en-US" b="1" dirty="0" sz="2800" lang="zh-CN">
                <a:solidFill>
                  <a:prstClr val="black">
                    <a:lumMod val="95000"/>
                    <a:lumOff val="5000"/>
                  </a:prstClr>
                </a:solidFill>
                <a:latin typeface="楷体" panose="02010609060101010101" pitchFamily="49" charset="-122"/>
                <a:ea typeface="楷体" panose="02010609060101010101" pitchFamily="49" charset="-122"/>
              </a:rPr>
              <a:t>杀方垕</a:t>
            </a:r>
          </a:p>
        </p:txBody>
      </p:sp>
      <p:pic>
        <p:nvPicPr>
          <p:cNvPr id="2097161" name="Picture 2"/>
          <p:cNvPicPr>
            <a:picLocks noChangeAspect="1" noChangeArrowheads="1"/>
          </p:cNvPicPr>
          <p:nvPr/>
        </p:nvPicPr>
        <p:blipFill>
          <a:blip xmlns:r="http://schemas.openxmlformats.org/officeDocument/2006/relationships" r:embed="rId1" cstate="print"/>
          <a:srcRect/>
          <a:stretch>
            <a:fillRect/>
          </a:stretch>
        </p:blipFill>
        <p:spPr bwMode="auto">
          <a:xfrm flipH="1">
            <a:off x="6804248" y="939577"/>
            <a:ext cx="2073374" cy="3144341"/>
          </a:xfrm>
          <a:prstGeom prst="rect"/>
          <a:noFill/>
          <a:ln>
            <a:noFill/>
          </a:ln>
          <a:effectLst/>
          <a:scene3d>
            <a:camera prst="orthographicFront"/>
            <a:lightRig dir="t" rig="threePt"/>
          </a:scene3d>
          <a:sp3d>
            <a:bevelT w="152400" h="50800" prst="softRound"/>
          </a:sp3d>
        </p:spPr>
      </p:pic>
      <p:grpSp>
        <p:nvGrpSpPr>
          <p:cNvPr id="184" name="组合 6"/>
          <p:cNvGrpSpPr/>
          <p:nvPr/>
        </p:nvGrpSpPr>
        <p:grpSpPr bwMode="auto">
          <a:xfrm>
            <a:off x="28575" y="-3175"/>
            <a:ext cx="2006600" cy="561681"/>
            <a:chOff x="70" y="-63"/>
            <a:chExt cx="3160" cy="884"/>
          </a:xfrm>
        </p:grpSpPr>
        <p:sp>
          <p:nvSpPr>
            <p:cNvPr id="1048752"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48"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753" name="菱形 8"/>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6" presetSubtype="21">
                                  <p:stCondLst>
                                    <p:cond delay="0"/>
                                  </p:stCondLst>
                                  <p:childTnLst>
                                    <p:set>
                                      <p:cBhvr>
                                        <p:cTn dur="1" fill="hold" id="6">
                                          <p:stCondLst>
                                            <p:cond delay="0"/>
                                          </p:stCondLst>
                                        </p:cTn>
                                        <p:tgtEl>
                                          <p:spTgt spid="1048751">
                                            <p:txEl>
                                              <p:pRg st="0" end="0"/>
                                            </p:txEl>
                                          </p:spTgt>
                                        </p:tgtEl>
                                        <p:attrNameLst>
                                          <p:attrName>style.visibility</p:attrName>
                                        </p:attrNameLst>
                                      </p:cBhvr>
                                      <p:to>
                                        <p:strVal val="visible"/>
                                      </p:to>
                                    </p:set>
                                    <p:animEffect transition="in" filter="barn(inVertical)">
                                      <p:cBhvr>
                                        <p:cTn dur="500" id="7"/>
                                        <p:tgtEl>
                                          <p:spTgt spid="1048751">
                                            <p:txEl>
                                              <p:pRg st="0" end="0"/>
                                            </p:txEl>
                                          </p:spTgt>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6" presetSubtype="21">
                                  <p:stCondLst>
                                    <p:cond delay="0"/>
                                  </p:stCondLst>
                                  <p:childTnLst>
                                    <p:set>
                                      <p:cBhvr>
                                        <p:cTn dur="1" fill="hold" id="11">
                                          <p:stCondLst>
                                            <p:cond delay="0"/>
                                          </p:stCondLst>
                                        </p:cTn>
                                        <p:tgtEl>
                                          <p:spTgt spid="2097161"/>
                                        </p:tgtEl>
                                        <p:attrNameLst>
                                          <p:attrName>style.visibility</p:attrName>
                                        </p:attrNameLst>
                                      </p:cBhvr>
                                      <p:to>
                                        <p:strVal val="visible"/>
                                      </p:to>
                                    </p:set>
                                    <p:animEffect transition="in" filter="barn(inVertical)">
                                      <p:cBhvr>
                                        <p:cTn dur="500" id="12"/>
                                        <p:tgtEl>
                                          <p:spTgt spid="2097161"/>
                                        </p:tgtEl>
                                      </p:cBhvr>
                                    </p:animEffect>
                                  </p:childTnLst>
                                </p:cTn>
                              </p:par>
                            </p:childTnLst>
                          </p:cTn>
                        </p:par>
                      </p:childTnLst>
                    </p:cTn>
                  </p:par>
                  <p:par>
                    <p:cTn fill="hold" id="13">
                      <p:stCondLst>
                        <p:cond delay="indefinite"/>
                      </p:stCondLst>
                      <p:childTnLst>
                        <p:par>
                          <p:cTn fill="hold" id="14">
                            <p:stCondLst>
                              <p:cond delay="0"/>
                            </p:stCondLst>
                            <p:childTnLst>
                              <p:par>
                                <p:cTn fill="hold" id="15" nodeType="clickEffect" presetClass="entr" presetID="16" presetSubtype="21">
                                  <p:stCondLst>
                                    <p:cond delay="0"/>
                                  </p:stCondLst>
                                  <p:childTnLst>
                                    <p:set>
                                      <p:cBhvr>
                                        <p:cTn dur="1" fill="hold" id="16">
                                          <p:stCondLst>
                                            <p:cond delay="0"/>
                                          </p:stCondLst>
                                        </p:cTn>
                                        <p:tgtEl>
                                          <p:spTgt spid="1048751">
                                            <p:txEl>
                                              <p:pRg st="1" end="1"/>
                                            </p:txEl>
                                          </p:spTgt>
                                        </p:tgtEl>
                                        <p:attrNameLst>
                                          <p:attrName>style.visibility</p:attrName>
                                        </p:attrNameLst>
                                      </p:cBhvr>
                                      <p:to>
                                        <p:strVal val="visible"/>
                                      </p:to>
                                    </p:set>
                                    <p:animEffect transition="in" filter="barn(inVertical)">
                                      <p:cBhvr>
                                        <p:cTn dur="500" id="17"/>
                                        <p:tgtEl>
                                          <p:spTgt spid="1048751">
                                            <p:txEl>
                                              <p:pRg st="1" end="1"/>
                                            </p:txEl>
                                          </p:spTgt>
                                        </p:tgtEl>
                                      </p:cBhvr>
                                    </p:animEffect>
                                  </p:childTnLst>
                                </p:cTn>
                              </p:par>
                            </p:childTnLst>
                          </p:cTn>
                        </p:par>
                      </p:childTnLst>
                    </p:cTn>
                  </p:par>
                  <p:par>
                    <p:cTn fill="hold" id="18">
                      <p:stCondLst>
                        <p:cond delay="indefinite"/>
                      </p:stCondLst>
                      <p:childTnLst>
                        <p:par>
                          <p:cTn fill="hold" id="19">
                            <p:stCondLst>
                              <p:cond delay="0"/>
                            </p:stCondLst>
                            <p:childTnLst>
                              <p:par>
                                <p:cTn fill="hold" id="20" nodeType="clickEffect" presetClass="entr" presetID="16" presetSubtype="21">
                                  <p:stCondLst>
                                    <p:cond delay="0"/>
                                  </p:stCondLst>
                                  <p:childTnLst>
                                    <p:set>
                                      <p:cBhvr>
                                        <p:cTn dur="1" fill="hold" id="21">
                                          <p:stCondLst>
                                            <p:cond delay="0"/>
                                          </p:stCondLst>
                                        </p:cTn>
                                        <p:tgtEl>
                                          <p:spTgt spid="1048751">
                                            <p:txEl>
                                              <p:pRg st="2" end="2"/>
                                            </p:txEl>
                                          </p:spTgt>
                                        </p:tgtEl>
                                        <p:attrNameLst>
                                          <p:attrName>style.visibility</p:attrName>
                                        </p:attrNameLst>
                                      </p:cBhvr>
                                      <p:to>
                                        <p:strVal val="visible"/>
                                      </p:to>
                                    </p:set>
                                    <p:animEffect transition="in" filter="barn(inVertical)">
                                      <p:cBhvr>
                                        <p:cTn dur="500" id="22"/>
                                        <p:tgtEl>
                                          <p:spTgt spid="1048751">
                                            <p:txEl>
                                              <p:pRg st="2" end="2"/>
                                            </p:txEl>
                                          </p:spTgt>
                                        </p:tgtEl>
                                      </p:cBhvr>
                                    </p:animEffec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6" presetSubtype="21">
                                  <p:stCondLst>
                                    <p:cond delay="0"/>
                                  </p:stCondLst>
                                  <p:childTnLst>
                                    <p:set>
                                      <p:cBhvr>
                                        <p:cTn dur="1" fill="hold" id="26">
                                          <p:stCondLst>
                                            <p:cond delay="0"/>
                                          </p:stCondLst>
                                        </p:cTn>
                                        <p:tgtEl>
                                          <p:spTgt spid="1048751">
                                            <p:txEl>
                                              <p:pRg st="3" end="3"/>
                                            </p:txEl>
                                          </p:spTgt>
                                        </p:tgtEl>
                                        <p:attrNameLst>
                                          <p:attrName>style.visibility</p:attrName>
                                        </p:attrNameLst>
                                      </p:cBhvr>
                                      <p:to>
                                        <p:strVal val="visible"/>
                                      </p:to>
                                    </p:set>
                                    <p:animEffect transition="in" filter="barn(inVertical)">
                                      <p:cBhvr>
                                        <p:cTn dur="500" id="27"/>
                                        <p:tgtEl>
                                          <p:spTgt spid="10487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86" name=""/>
        <p:cNvGrpSpPr/>
        <p:nvPr/>
      </p:nvGrpSpPr>
      <p:grpSpPr>
        <a:xfrm>
          <a:off x="0" y="0"/>
          <a:ext cx="0" cy="0"/>
          <a:chOff x="0" y="0"/>
          <a:chExt cx="0" cy="0"/>
        </a:xfrm>
      </p:grpSpPr>
      <p:sp>
        <p:nvSpPr>
          <p:cNvPr id="1048758" name="TextBox 4"/>
          <p:cNvSpPr txBox="1">
            <a:spLocks noChangeArrowheads="1"/>
          </p:cNvSpPr>
          <p:nvPr/>
        </p:nvSpPr>
        <p:spPr bwMode="auto">
          <a:xfrm>
            <a:off x="287655" y="699542"/>
            <a:ext cx="8572560" cy="4526279"/>
          </a:xfrm>
          <a:prstGeom prst="rect"/>
          <a:noFill/>
          <a:ln w="9525">
            <a:noFill/>
            <a:miter lim="800000"/>
          </a:ln>
        </p:spPr>
        <p:txBody>
          <a:bodyPr bIns="34290" lIns="68580" rIns="68580" tIns="34290" wrap="square">
            <a:spAutoFit/>
          </a:bodyPr>
          <a:p>
            <a:pPr fontAlgn="base">
              <a:lnSpc>
                <a:spcPct val="130000"/>
              </a:lnSpc>
              <a:spcBef>
                <a:spcPct val="0"/>
              </a:spcBef>
              <a:spcAft>
                <a:spcPct val="0"/>
              </a:spcAft>
              <a:buFont typeface="Wingdings" panose="05000000000000000000" pitchFamily="2" charset="2"/>
              <a:buChar char="u"/>
            </a:pPr>
            <a:r>
              <a:rPr altLang="en-US" b="1" dirty="0" sz="2000" lang="zh-CN">
                <a:solidFill>
                  <a:srgbClr val="0000FF"/>
                </a:solidFill>
                <a:latin typeface="宋体" panose="02010600030101010101" pitchFamily="2" charset="-122"/>
                <a:ea typeface="宋体" panose="02010600030101010101" pitchFamily="2" charset="-122"/>
              </a:rPr>
              <a:t>人物简介</a:t>
            </a:r>
            <a:endParaRPr altLang="zh-CN" b="1" dirty="0" sz="2000" lang="en-US">
              <a:solidFill>
                <a:srgbClr val="0000FF"/>
              </a:solidFill>
              <a:latin typeface="宋体" panose="02010600030101010101" pitchFamily="2" charset="-122"/>
              <a:ea typeface="宋体" panose="02010600030101010101" pitchFamily="2" charset="-122"/>
            </a:endParaRPr>
          </a:p>
          <a:p>
            <a:pPr fontAlgn="base">
              <a:lnSpc>
                <a:spcPct val="130000"/>
              </a:lnSpc>
              <a:spcBef>
                <a:spcPct val="0"/>
              </a:spcBef>
              <a:spcAft>
                <a:spcPct val="0"/>
              </a:spcAft>
            </a:pPr>
            <a:r>
              <a:rPr altLang="en-US" b="1" dirty="0" sz="2000" lang="zh-CN">
                <a:solidFill>
                  <a:prstClr val="black">
                    <a:lumMod val="95000"/>
                    <a:lumOff val="5000"/>
                  </a:prstClr>
                </a:solidFill>
                <a:latin typeface="宋体" panose="02010600030101010101" pitchFamily="2" charset="-122"/>
                <a:ea typeface="宋体" panose="02010600030101010101" pitchFamily="2" charset="-122"/>
              </a:rPr>
              <a:t>    北京城里的员外大户，梁山排名第二，擅使棍棒。其人家世清白，为人谨慎，世居大名府。宋江慕其名，为壮大梁山声势，欲将其诓上山。吴用与李逵趁算命之机，在墙上题下“芦花丛里一扁舟，俊杰俄从此地游。义士若能知此理，反躬逃难可无忧”的藏头反诗。卢俊义中计，先后被抓、被救，几经周折，无奈被逼上梁山，坐上了第二把交椅，成为总督兵马第一副元帅。忠义堂前亦竖起了“山东呼保义”“河北玉麒麟”两面大旗。招安后，朝廷封其为庐州安抚使兼兵马副总管。后因同高俅、杨戬</a:t>
            </a:r>
            <a:r>
              <a:rPr altLang="zh-CN" b="1" dirty="0" sz="2000" lang="en-US">
                <a:solidFill>
                  <a:prstClr val="black">
                    <a:lumMod val="95000"/>
                    <a:lumOff val="5000"/>
                  </a:prstClr>
                </a:solidFill>
                <a:latin typeface="宋体" panose="02010600030101010101" pitchFamily="2" charset="-122"/>
                <a:ea typeface="宋体" panose="02010600030101010101" pitchFamily="2" charset="-122"/>
              </a:rPr>
              <a:t>(</a:t>
            </a:r>
            <a:r>
              <a:rPr altLang="en-US" b="1" dirty="0" sz="2000" lang="zh-CN">
                <a:solidFill>
                  <a:prstClr val="black">
                    <a:lumMod val="95000"/>
                    <a:lumOff val="5000"/>
                  </a:prstClr>
                </a:solidFill>
                <a:latin typeface="宋体" panose="02010600030101010101" pitchFamily="2" charset="-122"/>
                <a:ea typeface="宋体" panose="02010600030101010101" pitchFamily="2" charset="-122"/>
              </a:rPr>
              <a:t>非二郎神</a:t>
            </a:r>
            <a:r>
              <a:rPr altLang="zh-CN" b="1" dirty="0" sz="2000" lang="en-US">
                <a:solidFill>
                  <a:prstClr val="black">
                    <a:lumMod val="95000"/>
                    <a:lumOff val="5000"/>
                  </a:prstClr>
                </a:solidFill>
                <a:latin typeface="宋体" panose="02010600030101010101" pitchFamily="2" charset="-122"/>
                <a:ea typeface="宋体" panose="02010600030101010101" pitchFamily="2" charset="-122"/>
              </a:rPr>
              <a:t>)</a:t>
            </a:r>
            <a:r>
              <a:rPr altLang="en-US" b="1" dirty="0" sz="2000" lang="zh-CN">
                <a:solidFill>
                  <a:prstClr val="black">
                    <a:lumMod val="95000"/>
                    <a:lumOff val="5000"/>
                  </a:prstClr>
                </a:solidFill>
                <a:latin typeface="宋体" panose="02010600030101010101" pitchFamily="2" charset="-122"/>
                <a:ea typeface="宋体" panose="02010600030101010101" pitchFamily="2" charset="-122"/>
              </a:rPr>
              <a:t>有矛盾，被两人设计在皇帝的御酒里放入水银，卢喝后不能骑马，在泗州淮河乘船时失足落水而死。</a:t>
            </a:r>
            <a:endParaRPr altLang="zh-CN" b="1" dirty="0" lang="en-US">
              <a:solidFill>
                <a:srgbClr val="0000FF"/>
              </a:solidFill>
              <a:latin typeface="宋体" panose="02010600030101010101" pitchFamily="2" charset="-122"/>
              <a:ea typeface="宋体" panose="02010600030101010101" pitchFamily="2" charset="-122"/>
            </a:endParaRPr>
          </a:p>
        </p:txBody>
      </p:sp>
      <p:grpSp>
        <p:nvGrpSpPr>
          <p:cNvPr id="187" name="组合 6"/>
          <p:cNvGrpSpPr/>
          <p:nvPr/>
        </p:nvGrpSpPr>
        <p:grpSpPr bwMode="auto">
          <a:xfrm>
            <a:off x="28575" y="-3175"/>
            <a:ext cx="2006600" cy="561681"/>
            <a:chOff x="70" y="-63"/>
            <a:chExt cx="3160" cy="884"/>
          </a:xfrm>
        </p:grpSpPr>
        <p:sp>
          <p:nvSpPr>
            <p:cNvPr id="1048759"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49"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760" name="菱形 6"/>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89" name=""/>
        <p:cNvGrpSpPr/>
        <p:nvPr/>
      </p:nvGrpSpPr>
      <p:grpSpPr>
        <a:xfrm>
          <a:off x="0" y="0"/>
          <a:ext cx="0" cy="0"/>
          <a:chOff x="0" y="0"/>
          <a:chExt cx="0" cy="0"/>
        </a:xfrm>
      </p:grpSpPr>
      <p:grpSp>
        <p:nvGrpSpPr>
          <p:cNvPr id="190" name="组合 6"/>
          <p:cNvGrpSpPr/>
          <p:nvPr/>
        </p:nvGrpSpPr>
        <p:grpSpPr bwMode="auto">
          <a:xfrm>
            <a:off x="28575" y="-3175"/>
            <a:ext cx="2006600" cy="561681"/>
            <a:chOff x="70" y="-63"/>
            <a:chExt cx="3160" cy="884"/>
          </a:xfrm>
        </p:grpSpPr>
        <p:sp>
          <p:nvSpPr>
            <p:cNvPr id="1048765"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50"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766" name="菱形 4"/>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
        <p:nvSpPr>
          <p:cNvPr id="1048767" name="TextBox 5"/>
          <p:cNvSpPr txBox="1"/>
          <p:nvPr/>
        </p:nvSpPr>
        <p:spPr bwMode="auto">
          <a:xfrm>
            <a:off x="3491880" y="483518"/>
            <a:ext cx="2160240" cy="678180"/>
          </a:xfrm>
          <a:prstGeom prst="rect"/>
          <a:noFill/>
          <a:ln w="9525">
            <a:noFill/>
            <a:miter lim="800000"/>
          </a:ln>
        </p:spPr>
        <p:txBody>
          <a:bodyPr bIns="34290" lIns="68580" rIns="68580" rtlCol="0" tIns="34290" wrap="square">
            <a:spAutoFit/>
          </a:bodyPr>
          <a:p>
            <a:pPr fontAlgn="base">
              <a:lnSpc>
                <a:spcPct val="150000"/>
              </a:lnSpc>
              <a:spcBef>
                <a:spcPct val="0"/>
              </a:spcBef>
              <a:spcAft>
                <a:spcPct val="0"/>
              </a:spcAft>
            </a:pPr>
            <a:r>
              <a:rPr altLang="en-US" dirty="0" sz="2400" lang="zh-CN">
                <a:solidFill>
                  <a:srgbClr val="FF0000"/>
                </a:solidFill>
                <a:latin typeface="黑体" panose="02010609060101010101" pitchFamily="49" charset="-122"/>
                <a:ea typeface="黑体" panose="02010609060101010101" pitchFamily="49" charset="-122"/>
              </a:rPr>
              <a:t>人物特点比较</a:t>
            </a:r>
          </a:p>
        </p:txBody>
      </p:sp>
      <p:grpSp>
        <p:nvGrpSpPr>
          <p:cNvPr id="191" name="组合 6"/>
          <p:cNvGrpSpPr/>
          <p:nvPr/>
        </p:nvGrpSpPr>
        <p:grpSpPr>
          <a:xfrm>
            <a:off x="312890" y="1036968"/>
            <a:ext cx="1780858" cy="1794582"/>
            <a:chOff x="2214546" y="857238"/>
            <a:chExt cx="1815282" cy="2000265"/>
          </a:xfrm>
        </p:grpSpPr>
        <p:pic>
          <p:nvPicPr>
            <p:cNvPr id="2097162" name="Picture 4" descr="shb1a-13"/>
            <p:cNvPicPr>
              <a:picLocks noChangeAspect="1" noChangeArrowheads="1"/>
            </p:cNvPicPr>
            <p:nvPr/>
          </p:nvPicPr>
          <p:blipFill>
            <a:blip xmlns:r="http://schemas.openxmlformats.org/officeDocument/2006/relationships" r:embed="rId1" cstate="email"/>
            <a:srcRect/>
            <a:stretch>
              <a:fillRect/>
            </a:stretch>
          </p:blipFill>
          <p:spPr>
            <a:xfrm>
              <a:off x="2214546" y="857239"/>
              <a:ext cx="1815282" cy="2000264"/>
            </a:xfrm>
            <a:prstGeom prst="rect"/>
            <a:noFill/>
          </p:spPr>
        </p:pic>
        <p:sp>
          <p:nvSpPr>
            <p:cNvPr id="1048768" name="Text Box 19"/>
            <p:cNvSpPr txBox="1">
              <a:spLocks noChangeArrowheads="1"/>
            </p:cNvSpPr>
            <p:nvPr/>
          </p:nvSpPr>
          <p:spPr bwMode="auto">
            <a:xfrm>
              <a:off x="2928926" y="857238"/>
              <a:ext cx="1071562" cy="498276"/>
            </a:xfrm>
            <a:prstGeom prst="rect"/>
            <a:noFill/>
            <a:ln w="9525">
              <a:noFill/>
              <a:miter lim="800000"/>
            </a:ln>
          </p:spPr>
          <p:txBody>
            <a:bodyPr>
              <a:spAutoFit/>
            </a:bodyPr>
            <a:p>
              <a:pPr algn="just" fontAlgn="base">
                <a:spcBef>
                  <a:spcPts val="1200"/>
                </a:spcBef>
                <a:spcAft>
                  <a:spcPct val="0"/>
                </a:spcAft>
              </a:pPr>
              <a:r>
                <a:rPr altLang="en-US" b="1" dirty="0" sz="2100" lang="ko-KR">
                  <a:solidFill>
                    <a:srgbClr val="0000FF"/>
                  </a:solidFill>
                  <a:latin typeface="宋体" panose="02010600030101010101" pitchFamily="2" charset="-122"/>
                </a:rPr>
                <a:t>鲁智深</a:t>
              </a:r>
            </a:p>
          </p:txBody>
        </p:sp>
      </p:grpSp>
      <p:grpSp>
        <p:nvGrpSpPr>
          <p:cNvPr id="192" name="组合 9"/>
          <p:cNvGrpSpPr/>
          <p:nvPr/>
        </p:nvGrpSpPr>
        <p:grpSpPr>
          <a:xfrm>
            <a:off x="337778" y="3003798"/>
            <a:ext cx="1785950" cy="1777997"/>
            <a:chOff x="2214546" y="2928940"/>
            <a:chExt cx="1785950" cy="1777997"/>
          </a:xfrm>
        </p:grpSpPr>
        <p:pic>
          <p:nvPicPr>
            <p:cNvPr id="2097163" name="Picture 12" descr="fImage383479083281.png"/>
            <p:cNvPicPr preferRelativeResize="0">
              <a:picLocks noChangeArrowheads="1"/>
            </p:cNvPicPr>
            <p:nvPr/>
          </p:nvPicPr>
          <p:blipFill>
            <a:blip xmlns:r="http://schemas.openxmlformats.org/officeDocument/2006/relationships" r:embed="rId2"/>
            <a:srcRect/>
            <a:stretch>
              <a:fillRect/>
            </a:stretch>
          </p:blipFill>
          <p:spPr bwMode="auto">
            <a:xfrm>
              <a:off x="2214546" y="2928940"/>
              <a:ext cx="1785950" cy="1777997"/>
            </a:xfrm>
            <a:prstGeom prst="rect"/>
            <a:noFill/>
            <a:ln w="9525">
              <a:noFill/>
              <a:miter lim="800000"/>
              <a:headEnd/>
              <a:tailEnd/>
            </a:ln>
          </p:spPr>
        </p:pic>
        <p:sp>
          <p:nvSpPr>
            <p:cNvPr id="1048769" name="Text Box 20"/>
            <p:cNvSpPr txBox="1">
              <a:spLocks noChangeArrowheads="1"/>
            </p:cNvSpPr>
            <p:nvPr/>
          </p:nvSpPr>
          <p:spPr bwMode="auto">
            <a:xfrm>
              <a:off x="3500430" y="2928940"/>
              <a:ext cx="500066" cy="802639"/>
            </a:xfrm>
            <a:prstGeom prst="rect"/>
            <a:noFill/>
            <a:ln w="9525">
              <a:noFill/>
              <a:miter lim="800000"/>
            </a:ln>
          </p:spPr>
          <p:txBody>
            <a:bodyPr wrap="square">
              <a:spAutoFit/>
            </a:bodyPr>
            <a:p>
              <a:pPr algn="just" fontAlgn="base">
                <a:spcBef>
                  <a:spcPts val="1200"/>
                </a:spcBef>
                <a:spcAft>
                  <a:spcPct val="0"/>
                </a:spcAft>
              </a:pPr>
              <a:r>
                <a:rPr altLang="en-US" b="1" sz="2100" lang="ko-KR">
                  <a:solidFill>
                    <a:srgbClr val="0000FF"/>
                  </a:solidFill>
                  <a:latin typeface="宋体" panose="02010600030101010101" pitchFamily="2" charset="-122"/>
                </a:rPr>
                <a:t>李逵</a:t>
              </a:r>
            </a:p>
          </p:txBody>
        </p:sp>
      </p:grpSp>
      <p:sp>
        <p:nvSpPr>
          <p:cNvPr id="1048770" name="矩形 13"/>
          <p:cNvSpPr/>
          <p:nvPr/>
        </p:nvSpPr>
        <p:spPr>
          <a:xfrm>
            <a:off x="4355976" y="1059582"/>
            <a:ext cx="4572000" cy="1805940"/>
          </a:xfrm>
          <a:prstGeom prst="rect"/>
        </p:spPr>
        <p:txBody>
          <a:bodyPr>
            <a:spAutoFit/>
          </a:bodyPr>
          <a:p>
            <a:pPr fontAlgn="base">
              <a:spcBef>
                <a:spcPct val="0"/>
              </a:spcBef>
              <a:spcAft>
                <a:spcPct val="0"/>
              </a:spcAft>
            </a:pPr>
            <a:r>
              <a:rPr altLang="en-US" b="1" dirty="0" sz="2000" lang="zh-CN">
                <a:solidFill>
                  <a:prstClr val="black"/>
                </a:solidFill>
                <a:latin typeface="楷体" panose="02010609060101010101" pitchFamily="49" charset="-122"/>
                <a:ea typeface="楷体" panose="02010609060101010101" pitchFamily="49" charset="-122"/>
              </a:rPr>
              <a:t>    在酒店护送金氏父女离开时，鲁提辖怕店小二赶去拦截，就向店里掇条凳子，在门口坐了两个时辰。约莫金公走远了，方才起身，径投状元桥来找镇关西算账，这足见他的粗中有细。</a:t>
            </a:r>
          </a:p>
        </p:txBody>
      </p:sp>
      <p:sp>
        <p:nvSpPr>
          <p:cNvPr id="1048771" name="矩形 14"/>
          <p:cNvSpPr/>
          <p:nvPr/>
        </p:nvSpPr>
        <p:spPr>
          <a:xfrm>
            <a:off x="4339580" y="2879235"/>
            <a:ext cx="4572000" cy="1805940"/>
          </a:xfrm>
          <a:prstGeom prst="rect"/>
        </p:spPr>
        <p:txBody>
          <a:bodyPr>
            <a:spAutoFit/>
          </a:bodyPr>
          <a:p>
            <a:pPr fontAlgn="base">
              <a:spcBef>
                <a:spcPct val="0"/>
              </a:spcBef>
              <a:spcAft>
                <a:spcPct val="0"/>
              </a:spcAft>
            </a:pPr>
            <a:r>
              <a:rPr altLang="en-US" b="1" dirty="0" sz="2000" lang="zh-CN">
                <a:solidFill>
                  <a:prstClr val="black"/>
                </a:solidFill>
                <a:latin typeface="楷体" panose="02010609060101010101" pitchFamily="49" charset="-122"/>
                <a:ea typeface="楷体" panose="02010609060101010101" pitchFamily="49" charset="-122"/>
              </a:rPr>
              <a:t>    李逵和宋江等人一起喝酒时，宋江说要吃鱼，李逵便到江边向船家买鱼，可船家说要等主人回来才能卖。李逵一时性起，跳上船就抢，但他不会抓鱼，一不小心把鱼都放跑了。 </a:t>
            </a:r>
          </a:p>
        </p:txBody>
      </p:sp>
      <p:sp>
        <p:nvSpPr>
          <p:cNvPr id="1048772" name="TextBox 15"/>
          <p:cNvSpPr txBox="1"/>
          <p:nvPr/>
        </p:nvSpPr>
        <p:spPr bwMode="auto">
          <a:xfrm>
            <a:off x="2771800" y="1291139"/>
            <a:ext cx="1368152" cy="1097279"/>
          </a:xfrm>
          <a:prstGeom prst="rect"/>
          <a:noFill/>
          <a:ln w="9525">
            <a:noFill/>
            <a:miter lim="800000"/>
          </a:ln>
        </p:spPr>
        <p:txBody>
          <a:bodyPr bIns="34290" lIns="68580" rIns="68580" rtlCol="0" tIns="34290" wrap="square">
            <a:spAutoFit/>
          </a:bodyPr>
          <a:p>
            <a:pPr fontAlgn="base">
              <a:lnSpc>
                <a:spcPct val="150000"/>
              </a:lnSpc>
              <a:spcBef>
                <a:spcPct val="0"/>
              </a:spcBef>
              <a:spcAft>
                <a:spcPct val="0"/>
              </a:spcAft>
            </a:pPr>
            <a:r>
              <a:rPr altLang="en-US" dirty="0" sz="2000" lang="zh-CN">
                <a:solidFill>
                  <a:srgbClr val="0000FF"/>
                </a:solidFill>
                <a:latin typeface="黑体" panose="02010609060101010101" pitchFamily="49" charset="-122"/>
                <a:ea typeface="黑体" panose="02010609060101010101" pitchFamily="49" charset="-122"/>
              </a:rPr>
              <a:t>粗中有细</a:t>
            </a:r>
            <a:endParaRPr altLang="zh-CN" dirty="0" sz="2000" lang="en-US">
              <a:solidFill>
                <a:srgbClr val="0000FF"/>
              </a:solidFill>
              <a:latin typeface="黑体" panose="02010609060101010101" pitchFamily="49" charset="-122"/>
              <a:ea typeface="黑体" panose="02010609060101010101" pitchFamily="49" charset="-122"/>
            </a:endParaRPr>
          </a:p>
          <a:p>
            <a:pPr fontAlgn="base">
              <a:lnSpc>
                <a:spcPct val="150000"/>
              </a:lnSpc>
              <a:spcBef>
                <a:spcPct val="0"/>
              </a:spcBef>
              <a:spcAft>
                <a:spcPct val="0"/>
              </a:spcAft>
            </a:pPr>
            <a:r>
              <a:rPr altLang="en-US" dirty="0" sz="2000" lang="zh-CN">
                <a:solidFill>
                  <a:srgbClr val="0000FF"/>
                </a:solidFill>
                <a:latin typeface="黑体" panose="02010609060101010101" pitchFamily="49" charset="-122"/>
                <a:ea typeface="黑体" panose="02010609060101010101" pitchFamily="49" charset="-122"/>
              </a:rPr>
              <a:t>豁达明理</a:t>
            </a:r>
          </a:p>
        </p:txBody>
      </p:sp>
      <p:sp>
        <p:nvSpPr>
          <p:cNvPr id="1048773" name="TextBox 16"/>
          <p:cNvSpPr txBox="1"/>
          <p:nvPr/>
        </p:nvSpPr>
        <p:spPr bwMode="auto">
          <a:xfrm>
            <a:off x="2699792" y="3219822"/>
            <a:ext cx="1368152" cy="1097279"/>
          </a:xfrm>
          <a:prstGeom prst="rect"/>
          <a:noFill/>
          <a:ln w="9525">
            <a:noFill/>
            <a:miter lim="800000"/>
          </a:ln>
        </p:spPr>
        <p:txBody>
          <a:bodyPr bIns="34290" lIns="68580" rIns="68580" rtlCol="0" tIns="34290" wrap="square">
            <a:spAutoFit/>
          </a:bodyPr>
          <a:p>
            <a:pPr fontAlgn="base">
              <a:lnSpc>
                <a:spcPct val="150000"/>
              </a:lnSpc>
              <a:spcBef>
                <a:spcPct val="0"/>
              </a:spcBef>
              <a:spcAft>
                <a:spcPct val="0"/>
              </a:spcAft>
            </a:pPr>
            <a:r>
              <a:rPr altLang="en-US" dirty="0" sz="2000" lang="zh-CN">
                <a:solidFill>
                  <a:srgbClr val="0000FF"/>
                </a:solidFill>
                <a:latin typeface="黑体" panose="02010609060101010101" pitchFamily="49" charset="-122"/>
                <a:ea typeface="黑体" panose="02010609060101010101" pitchFamily="49" charset="-122"/>
              </a:rPr>
              <a:t>头脑简单</a:t>
            </a:r>
            <a:endParaRPr altLang="zh-CN" dirty="0" sz="2000" lang="en-US">
              <a:solidFill>
                <a:srgbClr val="0000FF"/>
              </a:solidFill>
              <a:latin typeface="黑体" panose="02010609060101010101" pitchFamily="49" charset="-122"/>
              <a:ea typeface="黑体" panose="02010609060101010101" pitchFamily="49" charset="-122"/>
            </a:endParaRPr>
          </a:p>
          <a:p>
            <a:pPr fontAlgn="base">
              <a:lnSpc>
                <a:spcPct val="150000"/>
              </a:lnSpc>
              <a:spcBef>
                <a:spcPct val="0"/>
              </a:spcBef>
              <a:spcAft>
                <a:spcPct val="0"/>
              </a:spcAft>
            </a:pPr>
            <a:r>
              <a:rPr altLang="en-US" dirty="0" sz="2000" lang="zh-CN">
                <a:solidFill>
                  <a:srgbClr val="0000FF"/>
                </a:solidFill>
                <a:latin typeface="黑体" panose="02010609060101010101" pitchFamily="49" charset="-122"/>
                <a:ea typeface="黑体" panose="02010609060101010101" pitchFamily="49" charset="-122"/>
              </a:rPr>
              <a:t>直爽率真</a:t>
            </a:r>
            <a:endParaRPr altLang="zh-CN" dirty="0" sz="2000" lang="en-US">
              <a:solidFill>
                <a:srgbClr val="0000FF"/>
              </a:solidFill>
              <a:latin typeface="黑体" panose="02010609060101010101" pitchFamily="49" charset="-122"/>
              <a:ea typeface="黑体" panose="02010609060101010101" pitchFamily="49" charset="-122"/>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772"/>
                                        </p:tgtEl>
                                        <p:attrNameLst>
                                          <p:attrName>style.visibility</p:attrName>
                                        </p:attrNameLst>
                                      </p:cBhvr>
                                      <p:to>
                                        <p:strVal val="visible"/>
                                      </p:to>
                                    </p:set>
                                    <p:anim calcmode="lin" valueType="num">
                                      <p:cBhvr additive="base">
                                        <p:cTn dur="500" fill="hold" id="7"/>
                                        <p:tgtEl>
                                          <p:spTgt spid="1048772"/>
                                        </p:tgtEl>
                                        <p:attrNameLst>
                                          <p:attrName>ppt_x</p:attrName>
                                        </p:attrNameLst>
                                      </p:cBhvr>
                                      <p:tavLst>
                                        <p:tav tm="0">
                                          <p:val>
                                            <p:strVal val="#ppt_x"/>
                                          </p:val>
                                        </p:tav>
                                        <p:tav tm="100000">
                                          <p:val>
                                            <p:strVal val="#ppt_x"/>
                                          </p:val>
                                        </p:tav>
                                      </p:tavLst>
                                    </p:anim>
                                    <p:anim calcmode="lin" valueType="num">
                                      <p:cBhvr additive="base">
                                        <p:cTn dur="500" fill="hold" id="8"/>
                                        <p:tgtEl>
                                          <p:spTgt spid="1048772"/>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22" presetSubtype="8">
                                  <p:stCondLst>
                                    <p:cond delay="0"/>
                                  </p:stCondLst>
                                  <p:childTnLst>
                                    <p:set>
                                      <p:cBhvr>
                                        <p:cTn dur="1" fill="hold" id="12">
                                          <p:stCondLst>
                                            <p:cond delay="0"/>
                                          </p:stCondLst>
                                        </p:cTn>
                                        <p:tgtEl>
                                          <p:spTgt spid="1048770"/>
                                        </p:tgtEl>
                                        <p:attrNameLst>
                                          <p:attrName>style.visibility</p:attrName>
                                        </p:attrNameLst>
                                      </p:cBhvr>
                                      <p:to>
                                        <p:strVal val="visible"/>
                                      </p:to>
                                    </p:set>
                                    <p:animEffect transition="in" filter="wipe(left)">
                                      <p:cBhvr>
                                        <p:cTn dur="500" id="13"/>
                                        <p:tgtEl>
                                          <p:spTgt spid="1048770"/>
                                        </p:tgtEl>
                                      </p:cBhvr>
                                    </p:animEffect>
                                  </p:childTnLst>
                                </p:cTn>
                              </p:par>
                            </p:childTnLst>
                          </p:cTn>
                        </p:par>
                      </p:childTnLst>
                    </p:cTn>
                  </p:par>
                  <p:par>
                    <p:cTn fill="hold" id="14">
                      <p:stCondLst>
                        <p:cond delay="indefinite"/>
                      </p:stCondLst>
                      <p:childTnLst>
                        <p:par>
                          <p:cTn fill="hold" id="15">
                            <p:stCondLst>
                              <p:cond delay="0"/>
                            </p:stCondLst>
                            <p:childTnLst>
                              <p:par>
                                <p:cTn fill="hold" grpId="0" id="16" nodeType="clickEffect" presetClass="entr" presetID="2" presetSubtype="4">
                                  <p:stCondLst>
                                    <p:cond delay="0"/>
                                  </p:stCondLst>
                                  <p:childTnLst>
                                    <p:set>
                                      <p:cBhvr>
                                        <p:cTn dur="1" fill="hold" id="17">
                                          <p:stCondLst>
                                            <p:cond delay="0"/>
                                          </p:stCondLst>
                                        </p:cTn>
                                        <p:tgtEl>
                                          <p:spTgt spid="1048773"/>
                                        </p:tgtEl>
                                        <p:attrNameLst>
                                          <p:attrName>style.visibility</p:attrName>
                                        </p:attrNameLst>
                                      </p:cBhvr>
                                      <p:to>
                                        <p:strVal val="visible"/>
                                      </p:to>
                                    </p:set>
                                    <p:anim calcmode="lin" valueType="num">
                                      <p:cBhvr additive="base">
                                        <p:cTn dur="500" fill="hold" id="18"/>
                                        <p:tgtEl>
                                          <p:spTgt spid="1048773"/>
                                        </p:tgtEl>
                                        <p:attrNameLst>
                                          <p:attrName>ppt_x</p:attrName>
                                        </p:attrNameLst>
                                      </p:cBhvr>
                                      <p:tavLst>
                                        <p:tav tm="0">
                                          <p:val>
                                            <p:strVal val="#ppt_x"/>
                                          </p:val>
                                        </p:tav>
                                        <p:tav tm="100000">
                                          <p:val>
                                            <p:strVal val="#ppt_x"/>
                                          </p:val>
                                        </p:tav>
                                      </p:tavLst>
                                    </p:anim>
                                    <p:anim calcmode="lin" valueType="num">
                                      <p:cBhvr additive="base">
                                        <p:cTn dur="500" fill="hold" id="19"/>
                                        <p:tgtEl>
                                          <p:spTgt spid="1048773"/>
                                        </p:tgtEl>
                                        <p:attrNameLst>
                                          <p:attrName>ppt_y</p:attrName>
                                        </p:attrNameLst>
                                      </p:cBhvr>
                                      <p:tavLst>
                                        <p:tav tm="0">
                                          <p:val>
                                            <p:strVal val="1+#ppt_h/2"/>
                                          </p:val>
                                        </p:tav>
                                        <p:tav tm="100000">
                                          <p:val>
                                            <p:strVal val="#ppt_y"/>
                                          </p:val>
                                        </p:tav>
                                      </p:tavLst>
                                    </p:anim>
                                  </p:childTnLst>
                                </p:cTn>
                              </p:par>
                            </p:childTnLst>
                          </p:cTn>
                        </p:par>
                      </p:childTnLst>
                    </p:cTn>
                  </p:par>
                  <p:par>
                    <p:cTn fill="hold" id="20">
                      <p:stCondLst>
                        <p:cond delay="indefinite"/>
                      </p:stCondLst>
                      <p:childTnLst>
                        <p:par>
                          <p:cTn fill="hold" id="21">
                            <p:stCondLst>
                              <p:cond delay="0"/>
                            </p:stCondLst>
                            <p:childTnLst>
                              <p:par>
                                <p:cTn fill="hold" grpId="0" id="22" nodeType="clickEffect" presetClass="entr" presetID="22" presetSubtype="8">
                                  <p:stCondLst>
                                    <p:cond delay="0"/>
                                  </p:stCondLst>
                                  <p:childTnLst>
                                    <p:set>
                                      <p:cBhvr>
                                        <p:cTn dur="1" fill="hold" id="23">
                                          <p:stCondLst>
                                            <p:cond delay="0"/>
                                          </p:stCondLst>
                                        </p:cTn>
                                        <p:tgtEl>
                                          <p:spTgt spid="1048771"/>
                                        </p:tgtEl>
                                        <p:attrNameLst>
                                          <p:attrName>style.visibility</p:attrName>
                                        </p:attrNameLst>
                                      </p:cBhvr>
                                      <p:to>
                                        <p:strVal val="visible"/>
                                      </p:to>
                                    </p:set>
                                    <p:animEffect transition="in" filter="wipe(left)">
                                      <p:cBhvr>
                                        <p:cTn dur="500" id="24"/>
                                        <p:tgtEl>
                                          <p:spTgt spid="1048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70" grpId="0"/>
      <p:bldP spid="1048771" grpId="0"/>
      <p:bldP spid="1048772" grpId="0"/>
      <p:bldP spid="104877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94" name=""/>
        <p:cNvGrpSpPr/>
        <p:nvPr/>
      </p:nvGrpSpPr>
      <p:grpSpPr>
        <a:xfrm>
          <a:off x="0" y="0"/>
          <a:ext cx="0" cy="0"/>
          <a:chOff x="0" y="0"/>
          <a:chExt cx="0" cy="0"/>
        </a:xfrm>
      </p:grpSpPr>
      <p:grpSp>
        <p:nvGrpSpPr>
          <p:cNvPr id="195" name="组合 6"/>
          <p:cNvGrpSpPr/>
          <p:nvPr/>
        </p:nvGrpSpPr>
        <p:grpSpPr bwMode="auto">
          <a:xfrm>
            <a:off x="28575" y="-3175"/>
            <a:ext cx="2006600" cy="561681"/>
            <a:chOff x="70" y="-63"/>
            <a:chExt cx="3160" cy="884"/>
          </a:xfrm>
        </p:grpSpPr>
        <p:sp>
          <p:nvSpPr>
            <p:cNvPr id="1048778"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51"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779" name="菱形 9"/>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grpSp>
        <p:nvGrpSpPr>
          <p:cNvPr id="196" name="组合 12"/>
          <p:cNvGrpSpPr/>
          <p:nvPr/>
        </p:nvGrpSpPr>
        <p:grpSpPr>
          <a:xfrm>
            <a:off x="622383" y="627534"/>
            <a:ext cx="1861385" cy="2016224"/>
            <a:chOff x="1857356" y="339502"/>
            <a:chExt cx="1861385" cy="2016224"/>
          </a:xfrm>
        </p:grpSpPr>
        <p:pic>
          <p:nvPicPr>
            <p:cNvPr id="2097164" name="Picture 10" descr="fImage1226079356827.png"/>
            <p:cNvPicPr preferRelativeResize="0">
              <a:picLocks noChangeArrowheads="1"/>
            </p:cNvPicPr>
            <p:nvPr/>
          </p:nvPicPr>
          <p:blipFill>
            <a:blip xmlns:r="http://schemas.openxmlformats.org/officeDocument/2006/relationships" r:embed="rId1" cstate="email"/>
            <a:srcRect/>
            <a:stretch>
              <a:fillRect/>
            </a:stretch>
          </p:blipFill>
          <p:spPr bwMode="auto">
            <a:xfrm>
              <a:off x="1857356" y="357172"/>
              <a:ext cx="1778540" cy="1998554"/>
            </a:xfrm>
            <a:prstGeom prst="rect"/>
            <a:noFill/>
            <a:ln w="9525">
              <a:noFill/>
              <a:miter lim="800000"/>
              <a:headEnd/>
              <a:tailEnd/>
            </a:ln>
          </p:spPr>
        </p:pic>
        <p:sp>
          <p:nvSpPr>
            <p:cNvPr id="1048780" name="Text Box 19"/>
            <p:cNvSpPr txBox="1">
              <a:spLocks noChangeArrowheads="1"/>
            </p:cNvSpPr>
            <p:nvPr/>
          </p:nvSpPr>
          <p:spPr bwMode="auto">
            <a:xfrm>
              <a:off x="2915816" y="339502"/>
              <a:ext cx="802925" cy="447040"/>
            </a:xfrm>
            <a:prstGeom prst="rect"/>
            <a:noFill/>
            <a:ln w="9525">
              <a:noFill/>
              <a:miter lim="800000"/>
            </a:ln>
          </p:spPr>
          <p:txBody>
            <a:bodyPr wrap="square">
              <a:spAutoFit/>
            </a:bodyPr>
            <a:p>
              <a:pPr algn="just" fontAlgn="base">
                <a:spcBef>
                  <a:spcPts val="1200"/>
                </a:spcBef>
                <a:spcAft>
                  <a:spcPct val="0"/>
                </a:spcAft>
              </a:pPr>
              <a:r>
                <a:rPr altLang="en-US" b="1" dirty="0" sz="2100" lang="zh-CN">
                  <a:solidFill>
                    <a:srgbClr val="0000FF"/>
                  </a:solidFill>
                  <a:latin typeface="宋体" panose="02010600030101010101" pitchFamily="2" charset="-122"/>
                  <a:ea typeface="宋体" panose="02010600030101010101" pitchFamily="2" charset="-122"/>
                </a:rPr>
                <a:t>林冲</a:t>
              </a:r>
              <a:endParaRPr altLang="en-US" b="1" dirty="0" sz="2100" lang="ko-KR">
                <a:solidFill>
                  <a:srgbClr val="0000FF"/>
                </a:solidFill>
                <a:latin typeface="宋体" panose="02010600030101010101" pitchFamily="2" charset="-122"/>
              </a:endParaRPr>
            </a:p>
          </p:txBody>
        </p:sp>
      </p:grpSp>
      <p:grpSp>
        <p:nvGrpSpPr>
          <p:cNvPr id="197" name="组合 13"/>
          <p:cNvGrpSpPr/>
          <p:nvPr/>
        </p:nvGrpSpPr>
        <p:grpSpPr>
          <a:xfrm>
            <a:off x="556985" y="2859782"/>
            <a:ext cx="1854775" cy="2047437"/>
            <a:chOff x="1791958" y="2812969"/>
            <a:chExt cx="1854775" cy="1915882"/>
          </a:xfrm>
        </p:grpSpPr>
        <p:pic>
          <p:nvPicPr>
            <p:cNvPr id="2097165" name="Picture 11" descr="fImage1388809369961.png"/>
            <p:cNvPicPr preferRelativeResize="0">
              <a:picLocks noChangeArrowheads="1"/>
            </p:cNvPicPr>
            <p:nvPr/>
          </p:nvPicPr>
          <p:blipFill>
            <a:blip xmlns:r="http://schemas.openxmlformats.org/officeDocument/2006/relationships" r:embed="rId2" cstate="email"/>
            <a:srcRect/>
            <a:stretch>
              <a:fillRect/>
            </a:stretch>
          </p:blipFill>
          <p:spPr bwMode="auto">
            <a:xfrm>
              <a:off x="1791958" y="2812969"/>
              <a:ext cx="1843937" cy="1915882"/>
            </a:xfrm>
            <a:prstGeom prst="rect"/>
            <a:noFill/>
            <a:ln w="9525">
              <a:noFill/>
              <a:miter lim="800000"/>
              <a:headEnd/>
              <a:tailEnd/>
            </a:ln>
          </p:spPr>
        </p:pic>
        <p:sp>
          <p:nvSpPr>
            <p:cNvPr id="1048781" name="Text Box 19"/>
            <p:cNvSpPr txBox="1">
              <a:spLocks noChangeArrowheads="1"/>
            </p:cNvSpPr>
            <p:nvPr/>
          </p:nvSpPr>
          <p:spPr bwMode="auto">
            <a:xfrm>
              <a:off x="2843808" y="2812969"/>
              <a:ext cx="802925" cy="415498"/>
            </a:xfrm>
            <a:prstGeom prst="rect"/>
            <a:noFill/>
            <a:ln w="9525">
              <a:noFill/>
              <a:miter lim="800000"/>
            </a:ln>
          </p:spPr>
          <p:txBody>
            <a:bodyPr wrap="square">
              <a:spAutoFit/>
            </a:bodyPr>
            <a:p>
              <a:pPr algn="just" fontAlgn="base">
                <a:spcBef>
                  <a:spcPts val="1200"/>
                </a:spcBef>
                <a:spcAft>
                  <a:spcPct val="0"/>
                </a:spcAft>
              </a:pPr>
              <a:r>
                <a:rPr altLang="en-US" b="1" dirty="0" sz="2100" lang="zh-CN">
                  <a:solidFill>
                    <a:srgbClr val="0000FF"/>
                  </a:solidFill>
                  <a:latin typeface="宋体" panose="02010600030101010101" pitchFamily="2" charset="-122"/>
                  <a:ea typeface="宋体" panose="02010600030101010101" pitchFamily="2" charset="-122"/>
                </a:rPr>
                <a:t>武松</a:t>
              </a:r>
              <a:endParaRPr altLang="en-US" b="1" dirty="0" sz="2100" lang="ko-KR">
                <a:solidFill>
                  <a:srgbClr val="0000FF"/>
                </a:solidFill>
                <a:latin typeface="宋体" panose="02010600030101010101" pitchFamily="2" charset="-122"/>
              </a:endParaRPr>
            </a:p>
          </p:txBody>
        </p:sp>
      </p:grpSp>
      <p:sp>
        <p:nvSpPr>
          <p:cNvPr id="1048782" name="矩形 14"/>
          <p:cNvSpPr/>
          <p:nvPr/>
        </p:nvSpPr>
        <p:spPr>
          <a:xfrm>
            <a:off x="3203848" y="816263"/>
            <a:ext cx="5437838" cy="1564639"/>
          </a:xfrm>
          <a:prstGeom prst="rect"/>
        </p:spPr>
        <p:txBody>
          <a:bodyPr wrap="square">
            <a:spAutoFit/>
          </a:bodyPr>
          <a:p>
            <a:pPr fontAlgn="base">
              <a:spcBef>
                <a:spcPct val="0"/>
              </a:spcBef>
              <a:spcAft>
                <a:spcPct val="0"/>
              </a:spcAft>
            </a:pPr>
            <a:r>
              <a:rPr altLang="en-US" b="1" dirty="0" sz="2200" lang="zh-CN">
                <a:solidFill>
                  <a:prstClr val="black"/>
                </a:solidFill>
                <a:latin typeface="楷体" panose="02010609060101010101" pitchFamily="49" charset="-122"/>
                <a:ea typeface="楷体" panose="02010609060101010101" pitchFamily="49" charset="-122"/>
              </a:rPr>
              <a:t>    曾是八十万禁军教头，有一定的社会地位，一直安分守己、循规蹈矩，最后在万般无奈、忍无可忍的情况下被逼上梁山，是上层人物被迫造反的典型。</a:t>
            </a:r>
          </a:p>
        </p:txBody>
      </p:sp>
      <p:sp>
        <p:nvSpPr>
          <p:cNvPr id="1048783" name="矩形 15"/>
          <p:cNvSpPr/>
          <p:nvPr/>
        </p:nvSpPr>
        <p:spPr>
          <a:xfrm>
            <a:off x="3203848" y="3133328"/>
            <a:ext cx="5292080" cy="1564640"/>
          </a:xfrm>
          <a:prstGeom prst="rect"/>
        </p:spPr>
        <p:txBody>
          <a:bodyPr wrap="square">
            <a:spAutoFit/>
          </a:bodyPr>
          <a:p>
            <a:pPr fontAlgn="base">
              <a:spcBef>
                <a:spcPct val="0"/>
              </a:spcBef>
              <a:spcAft>
                <a:spcPct val="0"/>
              </a:spcAft>
            </a:pPr>
            <a:r>
              <a:rPr altLang="en-US" b="1" dirty="0" sz="2200" lang="zh-CN">
                <a:solidFill>
                  <a:prstClr val="black"/>
                </a:solidFill>
                <a:latin typeface="楷体" panose="02010609060101010101" pitchFamily="49" charset="-122"/>
                <a:ea typeface="楷体" panose="02010609060101010101" pitchFamily="49" charset="-122"/>
              </a:rPr>
              <a:t>    下层侠义之士，崇尚义，有仇必复，有恩必报。从为兄报仇开始，一步步走向反抗的道路，是下层英雄好汉中最富有血性和传奇色彩的人物。</a:t>
            </a:r>
          </a:p>
        </p:txBody>
      </p:sp>
      <p:sp>
        <p:nvSpPr>
          <p:cNvPr id="1048784" name="矩形 16"/>
          <p:cNvSpPr/>
          <p:nvPr/>
        </p:nvSpPr>
        <p:spPr>
          <a:xfrm>
            <a:off x="5022667" y="2242954"/>
            <a:ext cx="1800200" cy="777240"/>
          </a:xfrm>
          <a:prstGeom prst="rect"/>
        </p:spPr>
        <p:txBody>
          <a:bodyPr wrap="square">
            <a:spAutoFit/>
          </a:bodyPr>
          <a:p>
            <a:pPr fontAlgn="base">
              <a:spcBef>
                <a:spcPct val="0"/>
              </a:spcBef>
              <a:spcAft>
                <a:spcPct val="0"/>
              </a:spcAft>
            </a:pPr>
            <a:r>
              <a:rPr altLang="en-US" dirty="0" sz="2000" lang="zh-CN">
                <a:solidFill>
                  <a:srgbClr val="0000FF"/>
                </a:solidFill>
                <a:latin typeface="黑体" panose="02010609060101010101" pitchFamily="49" charset="-122"/>
                <a:ea typeface="黑体" panose="02010609060101010101" pitchFamily="49" charset="-122"/>
              </a:rPr>
              <a:t>武艺高强</a:t>
            </a:r>
          </a:p>
          <a:p>
            <a:pPr fontAlgn="base">
              <a:spcBef>
                <a:spcPct val="0"/>
              </a:spcBef>
              <a:spcAft>
                <a:spcPct val="0"/>
              </a:spcAft>
            </a:pPr>
            <a:r>
              <a:rPr altLang="en-US" dirty="0" sz="2000" lang="zh-CN">
                <a:solidFill>
                  <a:srgbClr val="0000FF"/>
                </a:solidFill>
                <a:latin typeface="黑体" panose="02010609060101010101" pitchFamily="49" charset="-122"/>
                <a:ea typeface="黑体" panose="02010609060101010101" pitchFamily="49" charset="-122"/>
              </a:rPr>
              <a:t>有勇有谋</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8">
                                  <p:stCondLst>
                                    <p:cond delay="0"/>
                                  </p:stCondLst>
                                  <p:childTnLst>
                                    <p:set>
                                      <p:cBhvr>
                                        <p:cTn dur="1" fill="hold" id="6">
                                          <p:stCondLst>
                                            <p:cond delay="0"/>
                                          </p:stCondLst>
                                        </p:cTn>
                                        <p:tgtEl>
                                          <p:spTgt spid="1048782"/>
                                        </p:tgtEl>
                                        <p:attrNameLst>
                                          <p:attrName>style.visibility</p:attrName>
                                        </p:attrNameLst>
                                      </p:cBhvr>
                                      <p:to>
                                        <p:strVal val="visible"/>
                                      </p:to>
                                    </p:set>
                                    <p:animEffect transition="in" filter="wipe(left)">
                                      <p:cBhvr>
                                        <p:cTn dur="500" id="7"/>
                                        <p:tgtEl>
                                          <p:spTgt spid="1048782"/>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22" presetSubtype="8">
                                  <p:stCondLst>
                                    <p:cond delay="0"/>
                                  </p:stCondLst>
                                  <p:childTnLst>
                                    <p:set>
                                      <p:cBhvr>
                                        <p:cTn dur="1" fill="hold" id="11">
                                          <p:stCondLst>
                                            <p:cond delay="0"/>
                                          </p:stCondLst>
                                        </p:cTn>
                                        <p:tgtEl>
                                          <p:spTgt spid="1048783"/>
                                        </p:tgtEl>
                                        <p:attrNameLst>
                                          <p:attrName>style.visibility</p:attrName>
                                        </p:attrNameLst>
                                      </p:cBhvr>
                                      <p:to>
                                        <p:strVal val="visible"/>
                                      </p:to>
                                    </p:set>
                                    <p:animEffect transition="in" filter="wipe(left)">
                                      <p:cBhvr>
                                        <p:cTn dur="500" id="12"/>
                                        <p:tgtEl>
                                          <p:spTgt spid="1048783"/>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2" presetSubtype="4">
                                  <p:stCondLst>
                                    <p:cond delay="0"/>
                                  </p:stCondLst>
                                  <p:childTnLst>
                                    <p:set>
                                      <p:cBhvr>
                                        <p:cTn dur="1" fill="hold" id="16">
                                          <p:stCondLst>
                                            <p:cond delay="0"/>
                                          </p:stCondLst>
                                        </p:cTn>
                                        <p:tgtEl>
                                          <p:spTgt spid="1048784"/>
                                        </p:tgtEl>
                                        <p:attrNameLst>
                                          <p:attrName>style.visibility</p:attrName>
                                        </p:attrNameLst>
                                      </p:cBhvr>
                                      <p:to>
                                        <p:strVal val="visible"/>
                                      </p:to>
                                    </p:set>
                                    <p:anim calcmode="lin" valueType="num">
                                      <p:cBhvr additive="base">
                                        <p:cTn dur="500" fill="hold" id="17"/>
                                        <p:tgtEl>
                                          <p:spTgt spid="1048784"/>
                                        </p:tgtEl>
                                        <p:attrNameLst>
                                          <p:attrName>ppt_x</p:attrName>
                                        </p:attrNameLst>
                                      </p:cBhvr>
                                      <p:tavLst>
                                        <p:tav tm="0">
                                          <p:val>
                                            <p:strVal val="#ppt_x"/>
                                          </p:val>
                                        </p:tav>
                                        <p:tav tm="100000">
                                          <p:val>
                                            <p:strVal val="#ppt_x"/>
                                          </p:val>
                                        </p:tav>
                                      </p:tavLst>
                                    </p:anim>
                                    <p:anim calcmode="lin" valueType="num">
                                      <p:cBhvr additive="base">
                                        <p:cTn dur="500" fill="hold" id="18"/>
                                        <p:tgtEl>
                                          <p:spTgt spid="10487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82" grpId="0"/>
      <p:bldP spid="1048783" grpId="0"/>
      <p:bldP spid="104878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01" name=""/>
        <p:cNvGrpSpPr/>
        <p:nvPr/>
      </p:nvGrpSpPr>
      <p:grpSpPr>
        <a:xfrm>
          <a:off x="0" y="0"/>
          <a:ext cx="0" cy="0"/>
          <a:chOff x="0" y="0"/>
          <a:chExt cx="0" cy="0"/>
        </a:xfrm>
      </p:grpSpPr>
      <p:sp>
        <p:nvSpPr>
          <p:cNvPr id="1048792" name="矩形 3"/>
          <p:cNvSpPr>
            <a:spLocks noChangeArrowheads="1"/>
          </p:cNvSpPr>
          <p:nvPr/>
        </p:nvSpPr>
        <p:spPr bwMode="auto">
          <a:xfrm>
            <a:off x="509761" y="741636"/>
            <a:ext cx="5286375" cy="497839"/>
          </a:xfrm>
          <a:prstGeom prst="rect"/>
          <a:noFill/>
          <a:ln w="9525">
            <a:noFill/>
            <a:miter lim="800000"/>
          </a:ln>
        </p:spPr>
        <p:txBody>
          <a:bodyPr>
            <a:spAutoFit/>
          </a:bodyPr>
          <a:p>
            <a:pPr eaLnBrk="0" fontAlgn="base" hangingPunct="0">
              <a:spcBef>
                <a:spcPct val="0"/>
              </a:spcBef>
              <a:spcAft>
                <a:spcPct val="0"/>
              </a:spcAft>
            </a:pPr>
            <a:r>
              <a:rPr altLang="en-US" b="1" dirty="0" sz="2400" lang="zh-CN">
                <a:solidFill>
                  <a:srgbClr val="0000FF"/>
                </a:solidFill>
                <a:latin typeface="楷体" panose="02010609060101010101" pitchFamily="49" charset="-122"/>
                <a:ea typeface="楷体" panose="02010609060101010101" pitchFamily="49" charset="-122"/>
              </a:rPr>
              <a:t> 一、探究</a:t>
            </a:r>
            <a:r>
              <a:rPr altLang="zh-CN" b="1" dirty="0" sz="2400" lang="en-US">
                <a:solidFill>
                  <a:srgbClr val="0000FF"/>
                </a:solidFill>
                <a:latin typeface="楷体" panose="02010609060101010101" pitchFamily="49" charset="-122"/>
                <a:ea typeface="楷体" panose="02010609060101010101" pitchFamily="49" charset="-122"/>
              </a:rPr>
              <a:t>《</a:t>
            </a:r>
            <a:r>
              <a:rPr altLang="en-US" b="1" dirty="0" sz="2400" lang="zh-CN">
                <a:solidFill>
                  <a:srgbClr val="0000FF"/>
                </a:solidFill>
                <a:latin typeface="楷体" panose="02010609060101010101" pitchFamily="49" charset="-122"/>
                <a:ea typeface="楷体" panose="02010609060101010101" pitchFamily="49" charset="-122"/>
              </a:rPr>
              <a:t>水浒传</a:t>
            </a:r>
            <a:r>
              <a:rPr altLang="zh-CN" b="1" dirty="0" sz="2400" lang="en-US">
                <a:solidFill>
                  <a:srgbClr val="0000FF"/>
                </a:solidFill>
                <a:latin typeface="楷体" panose="02010609060101010101" pitchFamily="49" charset="-122"/>
                <a:ea typeface="楷体" panose="02010609060101010101" pitchFamily="49" charset="-122"/>
              </a:rPr>
              <a:t>》</a:t>
            </a:r>
            <a:r>
              <a:rPr altLang="en-US" b="1" dirty="0" sz="2400" lang="zh-CN">
                <a:solidFill>
                  <a:srgbClr val="0000FF"/>
                </a:solidFill>
                <a:latin typeface="楷体" panose="02010609060101010101" pitchFamily="49" charset="-122"/>
                <a:ea typeface="楷体" panose="02010609060101010101" pitchFamily="49" charset="-122"/>
              </a:rPr>
              <a:t>中的情节。  </a:t>
            </a:r>
            <a:endParaRPr altLang="en-US" dirty="0" sz="2400" lang="zh-CN">
              <a:solidFill>
                <a:srgbClr val="0000FF"/>
              </a:solidFill>
              <a:ea typeface="宋体" panose="02010600030101010101" pitchFamily="2" charset="-122"/>
            </a:endParaRPr>
          </a:p>
        </p:txBody>
      </p:sp>
      <p:sp>
        <p:nvSpPr>
          <p:cNvPr id="1048793" name="矩形 7"/>
          <p:cNvSpPr>
            <a:spLocks noChangeArrowheads="1"/>
          </p:cNvSpPr>
          <p:nvPr/>
        </p:nvSpPr>
        <p:spPr bwMode="auto">
          <a:xfrm>
            <a:off x="572612" y="1275606"/>
            <a:ext cx="8175852" cy="3505199"/>
          </a:xfrm>
          <a:prstGeom prst="rect"/>
          <a:noFill/>
          <a:ln w="9525">
            <a:noFill/>
            <a:miter lim="800000"/>
          </a:ln>
        </p:spPr>
        <p:txBody>
          <a:bodyPr wrap="square">
            <a:spAutoFit/>
          </a:bodyPr>
          <a:p>
            <a:pPr eaLnBrk="0" fontAlgn="base" hangingPunct="0">
              <a:lnSpc>
                <a:spcPct val="120000"/>
              </a:lnSpc>
              <a:spcBef>
                <a:spcPct val="0"/>
              </a:spcBef>
              <a:spcAft>
                <a:spcPct val="0"/>
              </a:spcAft>
            </a:pPr>
            <a:r>
              <a:rPr altLang="zh-CN" b="1" dirty="0" sz="2400" lang="en-US">
                <a:solidFill>
                  <a:prstClr val="black"/>
                </a:solidFill>
                <a:latin typeface="楷体" panose="02010609060101010101" pitchFamily="49" charset="-122"/>
                <a:ea typeface="楷体" panose="02010609060101010101" pitchFamily="49" charset="-122"/>
              </a:rPr>
              <a:t>   《</a:t>
            </a:r>
            <a:r>
              <a:rPr altLang="en-US" b="1" dirty="0" sz="2400" lang="zh-CN">
                <a:solidFill>
                  <a:prstClr val="black"/>
                </a:solidFill>
                <a:latin typeface="楷体" panose="02010609060101010101" pitchFamily="49" charset="-122"/>
                <a:ea typeface="楷体" panose="02010609060101010101" pitchFamily="49" charset="-122"/>
              </a:rPr>
              <a:t>水浒传</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中的情节生动曲折，引人入胜。像“智取生辰纲”</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三打祝家庄</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等精彩篇章，往往集中了很多人物，有着精彩的场面描写，令人难忘。还有很多情节环环相扣，如描写武松的就有“景阳冈打虎”“斗杀西门庆”“醉打蒋门神”“大闹飞云浦”“血溅鸳鸯楼”等情节 ，深入刻画了这个人物的性格发展史。选择你最喜欢的章节或人物，梳理其中的情节，尝试用思维导图的形式画出来。</a:t>
            </a:r>
            <a:endParaRPr altLang="en-US" dirty="0" sz="2400" lang="zh-CN">
              <a:solidFill>
                <a:prstClr val="black"/>
              </a:solidFill>
              <a:ea typeface="宋体" panose="02010600030101010101" pitchFamily="2" charset="-122"/>
            </a:endParaRPr>
          </a:p>
        </p:txBody>
      </p:sp>
      <p:grpSp>
        <p:nvGrpSpPr>
          <p:cNvPr id="202" name="组合 7"/>
          <p:cNvGrpSpPr/>
          <p:nvPr/>
        </p:nvGrpSpPr>
        <p:grpSpPr bwMode="auto">
          <a:xfrm>
            <a:off x="28575" y="-3175"/>
            <a:ext cx="2006600" cy="561681"/>
            <a:chOff x="70" y="-63"/>
            <a:chExt cx="3160" cy="884"/>
          </a:xfrm>
        </p:grpSpPr>
        <p:sp>
          <p:nvSpPr>
            <p:cNvPr id="1048794"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dirty="0"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52"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795" name="菱形 9"/>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04" name=""/>
        <p:cNvGrpSpPr/>
        <p:nvPr/>
      </p:nvGrpSpPr>
      <p:grpSpPr>
        <a:xfrm>
          <a:off x="0" y="0"/>
          <a:ext cx="0" cy="0"/>
          <a:chOff x="0" y="0"/>
          <a:chExt cx="0" cy="0"/>
        </a:xfrm>
      </p:grpSpPr>
      <p:pic>
        <p:nvPicPr>
          <p:cNvPr id="2097166" name="图片 4" descr="timg (2).jpg"/>
          <p:cNvPicPr>
            <a:picLocks noChangeAspect="1"/>
          </p:cNvPicPr>
          <p:nvPr/>
        </p:nvPicPr>
        <p:blipFill>
          <a:blip xmlns:r="http://schemas.openxmlformats.org/officeDocument/2006/relationships" r:embed="rId1" cstate="email"/>
          <a:srcRect/>
          <a:stretch>
            <a:fillRect/>
          </a:stretch>
        </p:blipFill>
        <p:spPr>
          <a:xfrm>
            <a:off x="644620" y="915566"/>
            <a:ext cx="7959828" cy="3786214"/>
          </a:xfrm>
          <a:prstGeom prst="rect"/>
        </p:spPr>
      </p:pic>
      <p:sp>
        <p:nvSpPr>
          <p:cNvPr id="1048800" name="TextBox 6"/>
          <p:cNvSpPr txBox="1"/>
          <p:nvPr/>
        </p:nvSpPr>
        <p:spPr bwMode="auto">
          <a:xfrm>
            <a:off x="477234" y="488017"/>
            <a:ext cx="1214446" cy="678180"/>
          </a:xfrm>
          <a:prstGeom prst="rect"/>
          <a:noFill/>
          <a:ln w="9525">
            <a:noFill/>
            <a:miter lim="800000"/>
          </a:ln>
        </p:spPr>
        <p:txBody>
          <a:bodyPr bIns="34290" lIns="68580" rIns="68580" rtlCol="0" tIns="34290" wrap="square">
            <a:spAutoFit/>
          </a:bodyPr>
          <a:p>
            <a:pPr fontAlgn="base">
              <a:lnSpc>
                <a:spcPct val="150000"/>
              </a:lnSpc>
              <a:spcBef>
                <a:spcPct val="0"/>
              </a:spcBef>
              <a:spcAft>
                <a:spcPct val="0"/>
              </a:spcAft>
            </a:pPr>
            <a:r>
              <a:rPr altLang="en-US" dirty="0" sz="2400" lang="zh-CN">
                <a:solidFill>
                  <a:srgbClr val="FF0000"/>
                </a:solidFill>
                <a:latin typeface="黑体" panose="02010609060101010101" pitchFamily="49" charset="-122"/>
                <a:ea typeface="黑体" panose="02010609060101010101" pitchFamily="49" charset="-122"/>
              </a:rPr>
              <a:t>示例：</a:t>
            </a:r>
          </a:p>
        </p:txBody>
      </p:sp>
      <p:grpSp>
        <p:nvGrpSpPr>
          <p:cNvPr id="205" name="组合 7"/>
          <p:cNvGrpSpPr/>
          <p:nvPr/>
        </p:nvGrpSpPr>
        <p:grpSpPr bwMode="auto">
          <a:xfrm>
            <a:off x="28575" y="-3175"/>
            <a:ext cx="2006600" cy="561681"/>
            <a:chOff x="70" y="-63"/>
            <a:chExt cx="3160" cy="884"/>
          </a:xfrm>
        </p:grpSpPr>
        <p:sp>
          <p:nvSpPr>
            <p:cNvPr id="1048801"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53"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802" name="菱形 10"/>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2097166"/>
                                        </p:tgtEl>
                                        <p:attrNameLst>
                                          <p:attrName>style.visibility</p:attrName>
                                        </p:attrNameLst>
                                      </p:cBhvr>
                                      <p:to>
                                        <p:strVal val="visible"/>
                                      </p:to>
                                    </p:set>
                                    <p:anim calcmode="lin" valueType="num">
                                      <p:cBhvr additive="base">
                                        <p:cTn dur="500" fill="hold" id="7"/>
                                        <p:tgtEl>
                                          <p:spTgt spid="2097166"/>
                                        </p:tgtEl>
                                        <p:attrNameLst>
                                          <p:attrName>ppt_x</p:attrName>
                                        </p:attrNameLst>
                                      </p:cBhvr>
                                      <p:tavLst>
                                        <p:tav tm="0">
                                          <p:val>
                                            <p:strVal val="#ppt_x"/>
                                          </p:val>
                                        </p:tav>
                                        <p:tav tm="100000">
                                          <p:val>
                                            <p:strVal val="#ppt_x"/>
                                          </p:val>
                                        </p:tav>
                                      </p:tavLst>
                                    </p:anim>
                                    <p:anim calcmode="lin" valueType="num">
                                      <p:cBhvr additive="base">
                                        <p:cTn dur="500" fill="hold" id="8"/>
                                        <p:tgtEl>
                                          <p:spTgt spid="20971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207" name=""/>
        <p:cNvGrpSpPr/>
        <p:nvPr/>
      </p:nvGrpSpPr>
      <p:grpSpPr>
        <a:xfrm>
          <a:off x="0" y="0"/>
          <a:ext cx="0" cy="0"/>
          <a:chOff x="0" y="0"/>
          <a:chExt cx="0" cy="0"/>
        </a:xfrm>
      </p:grpSpPr>
      <p:pic>
        <p:nvPicPr>
          <p:cNvPr id="2097167" name="图片 1" descr="timg.jpg"/>
          <p:cNvPicPr>
            <a:picLocks noChangeAspect="1"/>
          </p:cNvPicPr>
          <p:nvPr/>
        </p:nvPicPr>
        <p:blipFill>
          <a:blip xmlns:r="http://schemas.openxmlformats.org/officeDocument/2006/relationships" r:embed="rId1"/>
          <a:stretch>
            <a:fillRect/>
          </a:stretch>
        </p:blipFill>
        <p:spPr>
          <a:xfrm>
            <a:off x="1681990" y="672108"/>
            <a:ext cx="5976664" cy="4286280"/>
          </a:xfrm>
          <a:prstGeom prst="rect"/>
        </p:spPr>
      </p:pic>
      <p:sp>
        <p:nvSpPr>
          <p:cNvPr id="1048807" name="TextBox 2"/>
          <p:cNvSpPr txBox="1"/>
          <p:nvPr/>
        </p:nvSpPr>
        <p:spPr bwMode="auto">
          <a:xfrm>
            <a:off x="467544" y="411510"/>
            <a:ext cx="1214446" cy="678180"/>
          </a:xfrm>
          <a:prstGeom prst="rect"/>
          <a:noFill/>
          <a:ln w="9525">
            <a:noFill/>
            <a:miter lim="800000"/>
          </a:ln>
        </p:spPr>
        <p:txBody>
          <a:bodyPr bIns="34290" lIns="68580" rIns="68580" rtlCol="0" tIns="34290" wrap="square">
            <a:spAutoFit/>
          </a:bodyPr>
          <a:p>
            <a:pPr fontAlgn="base">
              <a:lnSpc>
                <a:spcPct val="150000"/>
              </a:lnSpc>
              <a:spcBef>
                <a:spcPct val="0"/>
              </a:spcBef>
              <a:spcAft>
                <a:spcPct val="0"/>
              </a:spcAft>
            </a:pPr>
            <a:r>
              <a:rPr altLang="en-US" dirty="0" sz="2400" lang="zh-CN">
                <a:solidFill>
                  <a:srgbClr val="FF0000"/>
                </a:solidFill>
                <a:latin typeface="黑体" panose="02010609060101010101" pitchFamily="49" charset="-122"/>
                <a:ea typeface="黑体" panose="02010609060101010101" pitchFamily="49" charset="-122"/>
              </a:rPr>
              <a:t>示例：</a:t>
            </a:r>
          </a:p>
        </p:txBody>
      </p:sp>
      <p:grpSp>
        <p:nvGrpSpPr>
          <p:cNvPr id="208" name="组合 3"/>
          <p:cNvGrpSpPr/>
          <p:nvPr/>
        </p:nvGrpSpPr>
        <p:grpSpPr bwMode="auto">
          <a:xfrm>
            <a:off x="28575" y="-3175"/>
            <a:ext cx="2006600" cy="561681"/>
            <a:chOff x="70" y="-63"/>
            <a:chExt cx="3160" cy="884"/>
          </a:xfrm>
        </p:grpSpPr>
        <p:sp>
          <p:nvSpPr>
            <p:cNvPr id="1048808"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54"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809" name="菱形 6"/>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2097167"/>
                                        </p:tgtEl>
                                        <p:attrNameLst>
                                          <p:attrName>style.visibility</p:attrName>
                                        </p:attrNameLst>
                                      </p:cBhvr>
                                      <p:to>
                                        <p:strVal val="visible"/>
                                      </p:to>
                                    </p:set>
                                    <p:anim calcmode="lin" valueType="num">
                                      <p:cBhvr additive="base">
                                        <p:cTn dur="500" fill="hold" id="7"/>
                                        <p:tgtEl>
                                          <p:spTgt spid="2097167"/>
                                        </p:tgtEl>
                                        <p:attrNameLst>
                                          <p:attrName>ppt_x</p:attrName>
                                        </p:attrNameLst>
                                      </p:cBhvr>
                                      <p:tavLst>
                                        <p:tav tm="0">
                                          <p:val>
                                            <p:strVal val="#ppt_x"/>
                                          </p:val>
                                        </p:tav>
                                        <p:tav tm="100000">
                                          <p:val>
                                            <p:strVal val="#ppt_x"/>
                                          </p:val>
                                        </p:tav>
                                      </p:tavLst>
                                    </p:anim>
                                    <p:anim calcmode="lin" valueType="num">
                                      <p:cBhvr additive="base">
                                        <p:cTn dur="500" fill="hold" id="8"/>
                                        <p:tgtEl>
                                          <p:spTgt spid="20971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210" name=""/>
        <p:cNvGrpSpPr/>
        <p:nvPr/>
      </p:nvGrpSpPr>
      <p:grpSpPr>
        <a:xfrm>
          <a:off x="0" y="0"/>
          <a:ext cx="0" cy="0"/>
          <a:chOff x="0" y="0"/>
          <a:chExt cx="0" cy="0"/>
        </a:xfrm>
      </p:grpSpPr>
      <p:sp>
        <p:nvSpPr>
          <p:cNvPr id="1048814" name="矩形 3"/>
          <p:cNvSpPr>
            <a:spLocks noChangeArrowheads="1"/>
          </p:cNvSpPr>
          <p:nvPr/>
        </p:nvSpPr>
        <p:spPr bwMode="auto">
          <a:xfrm>
            <a:off x="500034" y="843558"/>
            <a:ext cx="8429684" cy="3749040"/>
          </a:xfrm>
          <a:prstGeom prst="rect"/>
          <a:noFill/>
          <a:ln w="9525">
            <a:noFill/>
            <a:miter lim="800000"/>
          </a:ln>
        </p:spPr>
        <p:txBody>
          <a:bodyPr wrap="square">
            <a:spAutoFit/>
          </a:bodyPr>
          <a:p>
            <a:pPr defTabSz="457200" eaLnBrk="0" fontAlgn="base" hangingPunct="0">
              <a:lnSpc>
                <a:spcPct val="150000"/>
              </a:lnSpc>
              <a:spcBef>
                <a:spcPct val="0"/>
              </a:spcBef>
              <a:spcAft>
                <a:spcPct val="0"/>
              </a:spcAft>
            </a:pPr>
            <a:r>
              <a:rPr altLang="en-US" b="1" dirty="0" sz="2400" lang="zh-CN">
                <a:solidFill>
                  <a:srgbClr val="0000FF"/>
                </a:solidFill>
                <a:latin typeface="楷体" panose="02010609060101010101" pitchFamily="49" charset="-122"/>
                <a:ea typeface="楷体" panose="02010609060101010101" pitchFamily="49" charset="-122"/>
              </a:rPr>
              <a:t>二、为</a:t>
            </a:r>
            <a:r>
              <a:rPr altLang="zh-CN" b="1" dirty="0" sz="2400" lang="en-US">
                <a:solidFill>
                  <a:srgbClr val="0000FF"/>
                </a:solidFill>
                <a:latin typeface="楷体" panose="02010609060101010101" pitchFamily="49" charset="-122"/>
                <a:ea typeface="楷体" panose="02010609060101010101" pitchFamily="49" charset="-122"/>
              </a:rPr>
              <a:t>《</a:t>
            </a:r>
            <a:r>
              <a:rPr altLang="en-US" b="1" dirty="0" sz="2400" lang="zh-CN">
                <a:solidFill>
                  <a:srgbClr val="0000FF"/>
                </a:solidFill>
                <a:latin typeface="楷体" panose="02010609060101010101" pitchFamily="49" charset="-122"/>
                <a:ea typeface="楷体" panose="02010609060101010101" pitchFamily="49" charset="-122"/>
              </a:rPr>
              <a:t>水浒传</a:t>
            </a:r>
            <a:r>
              <a:rPr altLang="zh-CN" b="1" dirty="0" sz="2400" lang="en-US">
                <a:solidFill>
                  <a:srgbClr val="0000FF"/>
                </a:solidFill>
                <a:latin typeface="楷体" panose="02010609060101010101" pitchFamily="49" charset="-122"/>
                <a:ea typeface="楷体" panose="02010609060101010101" pitchFamily="49" charset="-122"/>
              </a:rPr>
              <a:t>》</a:t>
            </a:r>
            <a:r>
              <a:rPr altLang="en-US" b="1" dirty="0" sz="2400" lang="zh-CN">
                <a:solidFill>
                  <a:srgbClr val="0000FF"/>
                </a:solidFill>
                <a:latin typeface="楷体" panose="02010609060101010101" pitchFamily="49" charset="-122"/>
                <a:ea typeface="楷体" panose="02010609060101010101" pitchFamily="49" charset="-122"/>
              </a:rPr>
              <a:t>人物立传。</a:t>
            </a:r>
          </a:p>
          <a:p>
            <a:pPr defTabSz="457200" eaLnBrk="0" fontAlgn="base" hangingPunct="0">
              <a:lnSpc>
                <a:spcPct val="150000"/>
              </a:lnSpc>
              <a:spcBef>
                <a:spcPct val="0"/>
              </a:spcBef>
              <a:spcAft>
                <a:spcPct val="0"/>
              </a:spcAft>
            </a:pPr>
            <a:r>
              <a:rPr altLang="en-US" b="1" dirty="0" sz="2400" lang="zh-CN">
                <a:solidFill>
                  <a:prstClr val="black"/>
                </a:solidFill>
                <a:latin typeface="楷体" panose="02010609060101010101" pitchFamily="49" charset="-122"/>
                <a:ea typeface="楷体" panose="02010609060101010101" pitchFamily="49" charset="-122"/>
              </a:rPr>
              <a:t>    </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水浒传</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最大的艺术成就是塑造了一大批鲜活的英雄人物形象。这些梁山好汉号称“一百单八将”，如宋江、吴用、林冲、鲁智深、武松</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无不有血有肉，个性鲜明。找出其中你最喜欢的一个，记录他的人生轨迹、英雄事迹和个性特征，为他写一篇小传。</a:t>
            </a:r>
          </a:p>
        </p:txBody>
      </p:sp>
      <p:grpSp>
        <p:nvGrpSpPr>
          <p:cNvPr id="211" name="组合 7"/>
          <p:cNvGrpSpPr/>
          <p:nvPr/>
        </p:nvGrpSpPr>
        <p:grpSpPr bwMode="auto">
          <a:xfrm>
            <a:off x="28575" y="-3175"/>
            <a:ext cx="2006600" cy="561681"/>
            <a:chOff x="70" y="-63"/>
            <a:chExt cx="3160" cy="884"/>
          </a:xfrm>
        </p:grpSpPr>
        <p:sp>
          <p:nvSpPr>
            <p:cNvPr id="1048815"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55"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816" name="菱形 8"/>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213" name=""/>
        <p:cNvGrpSpPr/>
        <p:nvPr/>
      </p:nvGrpSpPr>
      <p:grpSpPr>
        <a:xfrm>
          <a:off x="0" y="0"/>
          <a:ext cx="0" cy="0"/>
          <a:chOff x="0" y="0"/>
          <a:chExt cx="0" cy="0"/>
        </a:xfrm>
      </p:grpSpPr>
      <p:sp>
        <p:nvSpPr>
          <p:cNvPr id="1048821" name="矩形 3"/>
          <p:cNvSpPr>
            <a:spLocks noChangeArrowheads="1"/>
          </p:cNvSpPr>
          <p:nvPr/>
        </p:nvSpPr>
        <p:spPr bwMode="auto">
          <a:xfrm>
            <a:off x="323528" y="775522"/>
            <a:ext cx="8390135" cy="4343400"/>
          </a:xfrm>
          <a:prstGeom prst="rect"/>
          <a:noFill/>
          <a:ln w="9525">
            <a:noFill/>
            <a:miter lim="800000"/>
          </a:ln>
        </p:spPr>
        <p:txBody>
          <a:bodyPr wrap="square">
            <a:spAutoFit/>
          </a:bodyPr>
          <a:p>
            <a:pPr algn="ctr" defTabSz="457200" eaLnBrk="0" fontAlgn="base" hangingPunct="0">
              <a:lnSpc>
                <a:spcPct val="135000"/>
              </a:lnSpc>
              <a:spcBef>
                <a:spcPct val="0"/>
              </a:spcBef>
              <a:spcAft>
                <a:spcPct val="0"/>
              </a:spcAft>
            </a:pPr>
            <a:r>
              <a:rPr altLang="en-US" b="1" dirty="0" sz="2400" lang="zh-CN">
                <a:solidFill>
                  <a:prstClr val="black"/>
                </a:solidFill>
                <a:latin typeface="楷体" panose="02010609060101010101" pitchFamily="49" charset="-122"/>
                <a:ea typeface="楷体" panose="02010609060101010101" pitchFamily="49" charset="-122"/>
              </a:rPr>
              <a:t>武 松 小 传</a:t>
            </a:r>
          </a:p>
          <a:p>
            <a:pPr defTabSz="457200" eaLnBrk="0" fontAlgn="base" hangingPunct="0">
              <a:lnSpc>
                <a:spcPct val="135000"/>
              </a:lnSpc>
              <a:spcBef>
                <a:spcPct val="0"/>
              </a:spcBef>
              <a:spcAft>
                <a:spcPct val="0"/>
              </a:spcAft>
            </a:pPr>
            <a:r>
              <a:rPr altLang="en-US" b="1" dirty="0" lang="zh-CN">
                <a:solidFill>
                  <a:prstClr val="black"/>
                </a:solidFill>
                <a:latin typeface="宋体" panose="02010600030101010101" pitchFamily="2" charset="-122"/>
                <a:ea typeface="宋体" panose="02010600030101010101" pitchFamily="2" charset="-122"/>
              </a:rPr>
              <a:t>    武松，江湖上人称武二郎，清河县人氏。性格耿直，武艺超群，因打人从清河县逃了出来。过了两年，在回家看望哥哥的途中路过景阳冈，看到一个酒家便进去喝酒，这个地方有“三碗不过冈”之说，但武松一口气喝了十几碗，醉意朦胧上冈，并把此处的老虎打死，成了打虎英雄。哥哥武大郎被西门庆和潘金莲杀害。武松杀了他们，报案自首，被发配孟州。</a:t>
            </a:r>
            <a:endParaRPr altLang="zh-CN" b="1" dirty="0" lang="en-US">
              <a:solidFill>
                <a:prstClr val="black"/>
              </a:solidFill>
              <a:latin typeface="宋体" panose="02010600030101010101" pitchFamily="2" charset="-122"/>
              <a:ea typeface="宋体" panose="02010600030101010101" pitchFamily="2" charset="-122"/>
            </a:endParaRPr>
          </a:p>
          <a:p>
            <a:pPr defTabSz="457200" eaLnBrk="0" fontAlgn="base" hangingPunct="0">
              <a:lnSpc>
                <a:spcPct val="135000"/>
              </a:lnSpc>
              <a:spcBef>
                <a:spcPct val="0"/>
              </a:spcBef>
              <a:spcAft>
                <a:spcPct val="0"/>
              </a:spcAft>
            </a:pPr>
            <a:r>
              <a:rPr altLang="en-US" b="1" dirty="0" lang="zh-CN">
                <a:solidFill>
                  <a:prstClr val="black"/>
                </a:solidFill>
                <a:latin typeface="宋体" panose="02010600030101010101" pitchFamily="2" charset="-122"/>
                <a:ea typeface="宋体" panose="02010600030101010101" pitchFamily="2" charset="-122"/>
              </a:rPr>
              <a:t>    在安平寨牢营，结识了金眼彪施恩。为报恩替施恩夺回店铺，后被蒋门神所陷害。于鸳鸯楼杀死张团练、蒋门神后，在十字坡张青酒店改扮成行者，在二龙山落草，后来投奔梁山泊。坐第十四把交椅，步军第二名头领。在攻打方腊时失去左臂，留在六和寺照看林冲，后出家为僧，到八十岁死去。</a:t>
            </a:r>
          </a:p>
        </p:txBody>
      </p:sp>
      <p:sp>
        <p:nvSpPr>
          <p:cNvPr id="1048822" name="TextBox 4"/>
          <p:cNvSpPr txBox="1">
            <a:spLocks noChangeArrowheads="1"/>
          </p:cNvSpPr>
          <p:nvPr/>
        </p:nvSpPr>
        <p:spPr bwMode="auto">
          <a:xfrm>
            <a:off x="407516" y="525612"/>
            <a:ext cx="1500188" cy="497839"/>
          </a:xfrm>
          <a:prstGeom prst="rect"/>
          <a:noFill/>
          <a:ln w="9525">
            <a:noFill/>
            <a:miter lim="800000"/>
          </a:ln>
        </p:spPr>
        <p:txBody>
          <a:bodyPr>
            <a:spAutoFit/>
          </a:bodyPr>
          <a:p>
            <a:pPr eaLnBrk="0" fontAlgn="base" hangingPunct="0">
              <a:spcBef>
                <a:spcPct val="0"/>
              </a:spcBef>
              <a:spcAft>
                <a:spcPct val="0"/>
              </a:spcAft>
            </a:pPr>
            <a:r>
              <a:rPr altLang="en-US" dirty="0" sz="2400" lang="zh-CN">
                <a:solidFill>
                  <a:srgbClr val="FF0000"/>
                </a:solidFill>
                <a:latin typeface="黑体" panose="02010609060101010101" pitchFamily="49" charset="-122"/>
                <a:ea typeface="黑体" panose="02010609060101010101" pitchFamily="49" charset="-122"/>
              </a:rPr>
              <a:t>示例</a:t>
            </a:r>
          </a:p>
        </p:txBody>
      </p:sp>
      <p:grpSp>
        <p:nvGrpSpPr>
          <p:cNvPr id="214" name="组合 7"/>
          <p:cNvGrpSpPr/>
          <p:nvPr/>
        </p:nvGrpSpPr>
        <p:grpSpPr bwMode="auto">
          <a:xfrm>
            <a:off x="28575" y="-3175"/>
            <a:ext cx="2006600" cy="561681"/>
            <a:chOff x="70" y="-63"/>
            <a:chExt cx="3160" cy="884"/>
          </a:xfrm>
        </p:grpSpPr>
        <p:sp>
          <p:nvSpPr>
            <p:cNvPr id="1048823"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56"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824" name="菱形 6"/>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216" name=""/>
        <p:cNvGrpSpPr/>
        <p:nvPr/>
      </p:nvGrpSpPr>
      <p:grpSpPr>
        <a:xfrm>
          <a:off x="0" y="0"/>
          <a:ext cx="0" cy="0"/>
          <a:chOff x="0" y="0"/>
          <a:chExt cx="0" cy="0"/>
        </a:xfrm>
      </p:grpSpPr>
      <p:sp>
        <p:nvSpPr>
          <p:cNvPr id="1048829" name="矩形 3"/>
          <p:cNvSpPr>
            <a:spLocks noChangeArrowheads="1"/>
          </p:cNvSpPr>
          <p:nvPr/>
        </p:nvSpPr>
        <p:spPr bwMode="auto">
          <a:xfrm>
            <a:off x="357158" y="1452174"/>
            <a:ext cx="8501062" cy="2529840"/>
          </a:xfrm>
          <a:prstGeom prst="rect"/>
          <a:noFill/>
          <a:ln w="9525">
            <a:noFill/>
            <a:miter lim="800000"/>
          </a:ln>
        </p:spPr>
        <p:txBody>
          <a:bodyPr>
            <a:spAutoFit/>
          </a:bodyPr>
          <a:p>
            <a:pPr defTabSz="457200" eaLnBrk="0" fontAlgn="base" hangingPunct="0">
              <a:lnSpc>
                <a:spcPct val="150000"/>
              </a:lnSpc>
              <a:spcBef>
                <a:spcPct val="0"/>
              </a:spcBef>
              <a:spcAft>
                <a:spcPct val="0"/>
              </a:spcAft>
            </a:pPr>
            <a:r>
              <a:rPr altLang="zh-CN" b="1" dirty="0" sz="2400" lang="en-US">
                <a:solidFill>
                  <a:prstClr val="black"/>
                </a:solidFill>
                <a:latin typeface="楷体" panose="02010609060101010101" pitchFamily="49" charset="-122"/>
                <a:ea typeface="楷体" panose="02010609060101010101" pitchFamily="49" charset="-122"/>
              </a:rPr>
              <a:t>    《</a:t>
            </a:r>
            <a:r>
              <a:rPr altLang="en-US" b="1" dirty="0" sz="2400" lang="zh-CN">
                <a:solidFill>
                  <a:prstClr val="black"/>
                </a:solidFill>
                <a:latin typeface="楷体" panose="02010609060101010101" pitchFamily="49" charset="-122"/>
                <a:ea typeface="楷体" panose="02010609060101010101" pitchFamily="49" charset="-122"/>
              </a:rPr>
              <a:t>水浒传</a:t>
            </a:r>
            <a:r>
              <a:rPr altLang="zh-CN" b="1" dirty="0" sz="2400" lang="en-US">
                <a:solidFill>
                  <a:prstClr val="black"/>
                </a:solidFill>
                <a:latin typeface="楷体" panose="02010609060101010101" pitchFamily="49" charset="-122"/>
                <a:ea typeface="楷体" panose="02010609060101010101" pitchFamily="49" charset="-122"/>
              </a:rPr>
              <a:t>》</a:t>
            </a:r>
            <a:r>
              <a:rPr altLang="en-US" b="1" dirty="0" sz="2400" lang="zh-CN">
                <a:solidFill>
                  <a:prstClr val="black"/>
                </a:solidFill>
                <a:latin typeface="楷体" panose="02010609060101010101" pitchFamily="49" charset="-122"/>
                <a:ea typeface="楷体" panose="02010609060101010101" pitchFamily="49" charset="-122"/>
              </a:rPr>
              <a:t>是在说唱艺术的基础上写成的章回体小说，讲究故事的曲折和完整。先分后总，井然有序，每个英雄人物的故事都有其相对的独立性。通读小说，看看这部古典小说在结构、人物刻画、语言等方面具有哪些特点。</a:t>
            </a:r>
          </a:p>
        </p:txBody>
      </p:sp>
      <p:sp>
        <p:nvSpPr>
          <p:cNvPr id="1048830" name="矩形 4"/>
          <p:cNvSpPr>
            <a:spLocks noChangeArrowheads="1"/>
          </p:cNvSpPr>
          <p:nvPr/>
        </p:nvSpPr>
        <p:spPr bwMode="auto">
          <a:xfrm>
            <a:off x="453157" y="627534"/>
            <a:ext cx="7215187" cy="904239"/>
          </a:xfrm>
          <a:prstGeom prst="rect"/>
          <a:noFill/>
          <a:ln w="9525">
            <a:noFill/>
            <a:miter lim="800000"/>
          </a:ln>
        </p:spPr>
        <p:txBody>
          <a:bodyPr>
            <a:spAutoFit/>
          </a:bodyPr>
          <a:p>
            <a:pPr defTabSz="457200" eaLnBrk="0" fontAlgn="base" hangingPunct="0">
              <a:lnSpc>
                <a:spcPct val="200000"/>
              </a:lnSpc>
              <a:spcBef>
                <a:spcPct val="0"/>
              </a:spcBef>
              <a:spcAft>
                <a:spcPct val="0"/>
              </a:spcAft>
            </a:pPr>
            <a:r>
              <a:rPr altLang="en-US" b="1" dirty="0" sz="2400" lang="zh-CN">
                <a:solidFill>
                  <a:srgbClr val="0000FF"/>
                </a:solidFill>
                <a:latin typeface="楷体" panose="02010609060101010101" pitchFamily="49" charset="-122"/>
                <a:ea typeface="楷体" panose="02010609060101010101" pitchFamily="49" charset="-122"/>
              </a:rPr>
              <a:t>三、分析章回体小说的艺术特点。</a:t>
            </a:r>
          </a:p>
        </p:txBody>
      </p:sp>
      <p:grpSp>
        <p:nvGrpSpPr>
          <p:cNvPr id="217" name="组合 7"/>
          <p:cNvGrpSpPr/>
          <p:nvPr/>
        </p:nvGrpSpPr>
        <p:grpSpPr bwMode="auto">
          <a:xfrm>
            <a:off x="28575" y="-3175"/>
            <a:ext cx="2006600" cy="561681"/>
            <a:chOff x="70" y="-63"/>
            <a:chExt cx="3160" cy="884"/>
          </a:xfrm>
        </p:grpSpPr>
        <p:sp>
          <p:nvSpPr>
            <p:cNvPr id="1048831"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57"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832" name="菱形 6"/>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219" name=""/>
        <p:cNvGrpSpPr/>
        <p:nvPr/>
      </p:nvGrpSpPr>
      <p:grpSpPr>
        <a:xfrm>
          <a:off x="0" y="0"/>
          <a:ext cx="0" cy="0"/>
          <a:chOff x="0" y="0"/>
          <a:chExt cx="0" cy="0"/>
        </a:xfrm>
      </p:grpSpPr>
      <p:sp>
        <p:nvSpPr>
          <p:cNvPr id="1048837" name="内容占位符 2"/>
          <p:cNvSpPr>
            <a:spLocks noGrp="1"/>
          </p:cNvSpPr>
          <p:nvPr>
            <p:ph idx="4294967295"/>
          </p:nvPr>
        </p:nvSpPr>
        <p:spPr bwMode="auto">
          <a:xfrm>
            <a:off x="144016" y="1131590"/>
            <a:ext cx="8964488" cy="3357586"/>
          </a:xfrm>
          <a:prstGeom prst="rect"/>
          <a:noFill/>
          <a:ln>
            <a:miter lim="800000"/>
          </a:ln>
        </p:spPr>
        <p:txBody>
          <a:bodyPr anchor="t" anchorCtr="0" bIns="45720" compatLnSpc="1" lIns="91440" numCol="1" rIns="91440" tIns="45720" vert="horz" wrap="square">
            <a:normAutofit fontScale="95000" lnSpcReduction="10000"/>
          </a:bodyPr>
          <a:p>
            <a:pPr defTabSz="457200" indent="0" marL="0">
              <a:lnSpc>
                <a:spcPct val="150000"/>
              </a:lnSpc>
              <a:spcBef>
                <a:spcPct val="0"/>
              </a:spcBef>
              <a:buFont typeface="Arial" panose="020B0604020202020204" pitchFamily="34" charset="0"/>
              <a:buNone/>
            </a:pPr>
            <a:r>
              <a:rPr altLang="zh-CN" b="1" dirty="0" sz="2000" lang="en-US">
                <a:solidFill>
                  <a:srgbClr val="0000FF"/>
                </a:solidFill>
                <a:latin typeface="楷体" panose="02010609060101010101" pitchFamily="49" charset="-122"/>
                <a:ea typeface="楷体" panose="02010609060101010101" pitchFamily="49" charset="-122"/>
              </a:rPr>
              <a:t>    </a:t>
            </a:r>
            <a:r>
              <a:rPr altLang="en-US" b="1" dirty="0" sz="2000" lang="zh-CN">
                <a:solidFill>
                  <a:srgbClr val="FF0000"/>
                </a:solidFill>
                <a:latin typeface="楷体" panose="02010609060101010101" pitchFamily="49" charset="-122"/>
                <a:ea typeface="楷体" panose="02010609060101010101" pitchFamily="49" charset="-122"/>
              </a:rPr>
              <a:t>在人物塑造</a:t>
            </a:r>
            <a:r>
              <a:rPr altLang="en-US" b="1" dirty="0" sz="2000" lang="zh-CN" smtClean="0">
                <a:solidFill>
                  <a:srgbClr val="FF0000"/>
                </a:solidFill>
                <a:latin typeface="楷体" panose="02010609060101010101" pitchFamily="49" charset="-122"/>
                <a:ea typeface="楷体" panose="02010609060101010101" pitchFamily="49" charset="-122"/>
              </a:rPr>
              <a:t>方面，</a:t>
            </a:r>
            <a:r>
              <a:rPr altLang="en-US" b="1" dirty="0" sz="2000" lang="zh-CN" smtClean="0">
                <a:latin typeface="楷体" panose="02010609060101010101" pitchFamily="49" charset="-122"/>
                <a:ea typeface="楷体" panose="02010609060101010101" pitchFamily="49" charset="-122"/>
              </a:rPr>
              <a:t>最大</a:t>
            </a:r>
            <a:r>
              <a:rPr altLang="en-US" b="1" dirty="0" sz="2000" lang="zh-CN">
                <a:latin typeface="楷体" panose="02010609060101010101" pitchFamily="49" charset="-122"/>
                <a:ea typeface="楷体" panose="02010609060101010101" pitchFamily="49" charset="-122"/>
              </a:rPr>
              <a:t>特点是作者善于把人物置身于真实的历史环境</a:t>
            </a:r>
            <a:r>
              <a:rPr altLang="en-US" b="1" dirty="0" sz="2000" lang="zh-CN" smtClean="0">
                <a:latin typeface="楷体" panose="02010609060101010101" pitchFamily="49" charset="-122"/>
                <a:ea typeface="楷体" panose="02010609060101010101" pitchFamily="49" charset="-122"/>
              </a:rPr>
              <a:t>中，扣</a:t>
            </a:r>
            <a:r>
              <a:rPr altLang="en-US" b="1" dirty="0" sz="2000" lang="zh-CN">
                <a:latin typeface="楷体" panose="02010609060101010101" pitchFamily="49" charset="-122"/>
                <a:ea typeface="楷体" panose="02010609060101010101" pitchFamily="49" charset="-122"/>
              </a:rPr>
              <a:t>紧人物的身份、经历和遭遇来刻画他们的性格。作者既植根于</a:t>
            </a:r>
            <a:r>
              <a:rPr altLang="en-US" b="1" dirty="0" sz="2000" lang="zh-CN" smtClean="0">
                <a:latin typeface="楷体" panose="02010609060101010101" pitchFamily="49" charset="-122"/>
                <a:ea typeface="楷体" panose="02010609060101010101" pitchFamily="49" charset="-122"/>
              </a:rPr>
              <a:t>现实，又</a:t>
            </a:r>
            <a:r>
              <a:rPr altLang="en-US" b="1" dirty="0" sz="2000" lang="zh-CN">
                <a:latin typeface="楷体" panose="02010609060101010101" pitchFamily="49" charset="-122"/>
                <a:ea typeface="楷体" panose="02010609060101010101" pitchFamily="49" charset="-122"/>
              </a:rPr>
              <a:t>把</a:t>
            </a:r>
            <a:r>
              <a:rPr altLang="en-US" b="1" dirty="0" sz="2000" lang="zh-CN" smtClean="0">
                <a:latin typeface="楷体" panose="02010609060101010101" pitchFamily="49" charset="-122"/>
                <a:ea typeface="楷体" panose="02010609060101010101" pitchFamily="49" charset="-122"/>
              </a:rPr>
              <a:t>自己的</a:t>
            </a:r>
            <a:r>
              <a:rPr altLang="en-US" b="1" dirty="0" sz="2000" lang="zh-CN">
                <a:latin typeface="楷体" panose="02010609060101010101" pitchFamily="49" charset="-122"/>
                <a:ea typeface="楷体" panose="02010609060101010101" pitchFamily="49" charset="-122"/>
              </a:rPr>
              <a:t>爱憎感情熔铸在人物</a:t>
            </a:r>
            <a:r>
              <a:rPr altLang="en-US" b="1" dirty="0" sz="2000" lang="zh-CN" smtClean="0">
                <a:latin typeface="楷体" panose="02010609060101010101" pitchFamily="49" charset="-122"/>
                <a:ea typeface="楷体" panose="02010609060101010101" pitchFamily="49" charset="-122"/>
              </a:rPr>
              <a:t>身上，如</a:t>
            </a:r>
            <a:r>
              <a:rPr altLang="en-US" b="1" dirty="0" sz="2000" lang="zh-CN">
                <a:latin typeface="楷体" panose="02010609060101010101" pitchFamily="49" charset="-122"/>
                <a:ea typeface="楷体" panose="02010609060101010101" pitchFamily="49" charset="-122"/>
              </a:rPr>
              <a:t>吴用的机智</a:t>
            </a:r>
            <a:r>
              <a:rPr altLang="en-US" b="1" dirty="0" sz="2000" lang="zh-CN" smtClean="0">
                <a:latin typeface="楷体" panose="02010609060101010101" pitchFamily="49" charset="-122"/>
                <a:ea typeface="楷体" panose="02010609060101010101" pitchFamily="49" charset="-122"/>
              </a:rPr>
              <a:t>过人，李逵</a:t>
            </a:r>
            <a:r>
              <a:rPr altLang="en-US" b="1" dirty="0" sz="2000" lang="zh-CN">
                <a:latin typeface="楷体" panose="02010609060101010101" pitchFamily="49" charset="-122"/>
                <a:ea typeface="楷体" panose="02010609060101010101" pitchFamily="49" charset="-122"/>
              </a:rPr>
              <a:t>的</a:t>
            </a:r>
            <a:r>
              <a:rPr altLang="en-US" b="1" dirty="0" sz="2000" lang="zh-CN" smtClean="0">
                <a:latin typeface="楷体" panose="02010609060101010101" pitchFamily="49" charset="-122"/>
                <a:ea typeface="楷体" panose="02010609060101010101" pitchFamily="49" charset="-122"/>
              </a:rPr>
              <a:t>赤胆忠心，以及</a:t>
            </a:r>
            <a:r>
              <a:rPr altLang="en-US" b="1" dirty="0" sz="2000" lang="zh-CN">
                <a:latin typeface="楷体" panose="02010609060101010101" pitchFamily="49" charset="-122"/>
                <a:ea typeface="楷体" panose="02010609060101010101" pitchFamily="49" charset="-122"/>
              </a:rPr>
              <a:t>对武松打虎、鲁智深倒拔垂杨柳等夸张的</a:t>
            </a:r>
            <a:r>
              <a:rPr altLang="en-US" b="1" dirty="0" sz="2000" lang="zh-CN" smtClean="0">
                <a:latin typeface="楷体" panose="02010609060101010101" pitchFamily="49" charset="-122"/>
                <a:ea typeface="楷体" panose="02010609060101010101" pitchFamily="49" charset="-122"/>
              </a:rPr>
              <a:t>描写，结合</a:t>
            </a:r>
            <a:r>
              <a:rPr altLang="en-US" b="1" dirty="0" sz="2000" lang="zh-CN">
                <a:latin typeface="楷体" panose="02010609060101010101" pitchFamily="49" charset="-122"/>
                <a:ea typeface="楷体" panose="02010609060101010101" pitchFamily="49" charset="-122"/>
              </a:rPr>
              <a:t>了现实主义和浪漫主义写作手法。在塑造人物</a:t>
            </a:r>
            <a:r>
              <a:rPr altLang="en-US" b="1" dirty="0" sz="2000" lang="zh-CN" smtClean="0">
                <a:latin typeface="楷体" panose="02010609060101010101" pitchFamily="49" charset="-122"/>
                <a:ea typeface="楷体" panose="02010609060101010101" pitchFamily="49" charset="-122"/>
              </a:rPr>
              <a:t>时，作者</a:t>
            </a:r>
            <a:r>
              <a:rPr altLang="en-US" b="1" dirty="0" sz="2000" lang="zh-CN">
                <a:latin typeface="楷体" panose="02010609060101010101" pitchFamily="49" charset="-122"/>
                <a:ea typeface="楷体" panose="02010609060101010101" pitchFamily="49" charset="-122"/>
              </a:rPr>
              <a:t>亦多用对比手法。如在武松斗杀西门庆的事件</a:t>
            </a:r>
            <a:r>
              <a:rPr altLang="en-US" b="1" dirty="0" sz="2000" lang="zh-CN" smtClean="0">
                <a:latin typeface="楷体" panose="02010609060101010101" pitchFamily="49" charset="-122"/>
                <a:ea typeface="楷体" panose="02010609060101010101" pitchFamily="49" charset="-122"/>
              </a:rPr>
              <a:t>中，何</a:t>
            </a:r>
            <a:r>
              <a:rPr altLang="en-US" b="1" dirty="0" sz="2000" lang="zh-CN">
                <a:latin typeface="楷体" panose="02010609060101010101" pitchFamily="49" charset="-122"/>
                <a:ea typeface="楷体" panose="02010609060101010101" pitchFamily="49" charset="-122"/>
              </a:rPr>
              <a:t>九叔抱着多一事不如少一事的</a:t>
            </a:r>
            <a:r>
              <a:rPr altLang="en-US" b="1" dirty="0" sz="2000" lang="zh-CN" smtClean="0">
                <a:latin typeface="楷体" panose="02010609060101010101" pitchFamily="49" charset="-122"/>
                <a:ea typeface="楷体" panose="02010609060101010101" pitchFamily="49" charset="-122"/>
              </a:rPr>
              <a:t>态度，处处</a:t>
            </a:r>
            <a:r>
              <a:rPr altLang="en-US" b="1" dirty="0" sz="2000" lang="zh-CN">
                <a:latin typeface="楷体" panose="02010609060101010101" pitchFamily="49" charset="-122"/>
                <a:ea typeface="楷体" panose="02010609060101010101" pitchFamily="49" charset="-122"/>
              </a:rPr>
              <a:t>预留</a:t>
            </a:r>
            <a:r>
              <a:rPr altLang="en-US" b="1" dirty="0" sz="2000" lang="zh-CN" smtClean="0">
                <a:latin typeface="楷体" panose="02010609060101010101" pitchFamily="49" charset="-122"/>
                <a:ea typeface="楷体" panose="02010609060101010101" pitchFamily="49" charset="-122"/>
              </a:rPr>
              <a:t>退步，表现出其</a:t>
            </a:r>
            <a:r>
              <a:rPr altLang="en-US" b="1" dirty="0" sz="2000" lang="zh-CN">
                <a:latin typeface="楷体" panose="02010609060101010101" pitchFamily="49" charset="-122"/>
                <a:ea typeface="楷体" panose="02010609060101010101" pitchFamily="49" charset="-122"/>
              </a:rPr>
              <a:t>世故机变而怯懦的性格。</a:t>
            </a:r>
            <a:endParaRPr altLang="en-US" dirty="0" sz="2000" lang="zh-CN">
              <a:latin typeface="楷体" panose="02010609060101010101" pitchFamily="49" charset="-122"/>
              <a:ea typeface="楷体" panose="02010609060101010101" pitchFamily="49" charset="-122"/>
            </a:endParaRPr>
          </a:p>
        </p:txBody>
      </p:sp>
      <p:sp>
        <p:nvSpPr>
          <p:cNvPr id="1048838" name="TextBox 3"/>
          <p:cNvSpPr txBox="1">
            <a:spLocks noChangeArrowheads="1"/>
          </p:cNvSpPr>
          <p:nvPr/>
        </p:nvSpPr>
        <p:spPr bwMode="auto">
          <a:xfrm>
            <a:off x="251520" y="669628"/>
            <a:ext cx="1143000" cy="497839"/>
          </a:xfrm>
          <a:prstGeom prst="rect"/>
          <a:noFill/>
          <a:ln w="9525">
            <a:noFill/>
            <a:miter lim="800000"/>
          </a:ln>
        </p:spPr>
        <p:txBody>
          <a:bodyPr>
            <a:spAutoFit/>
          </a:bodyPr>
          <a:p>
            <a:pPr eaLnBrk="0" fontAlgn="base" hangingPunct="0">
              <a:spcBef>
                <a:spcPct val="0"/>
              </a:spcBef>
              <a:spcAft>
                <a:spcPct val="0"/>
              </a:spcAft>
            </a:pPr>
            <a:r>
              <a:rPr altLang="en-US" dirty="0" sz="2400" lang="zh-CN">
                <a:solidFill>
                  <a:srgbClr val="FF0000"/>
                </a:solidFill>
                <a:latin typeface="黑体" panose="02010609060101010101" pitchFamily="49" charset="-122"/>
                <a:ea typeface="黑体" panose="02010609060101010101" pitchFamily="49" charset="-122"/>
              </a:rPr>
              <a:t>示例：</a:t>
            </a:r>
          </a:p>
        </p:txBody>
      </p:sp>
      <p:grpSp>
        <p:nvGrpSpPr>
          <p:cNvPr id="220" name="组合 7"/>
          <p:cNvGrpSpPr/>
          <p:nvPr/>
        </p:nvGrpSpPr>
        <p:grpSpPr bwMode="auto">
          <a:xfrm>
            <a:off x="28575" y="-3175"/>
            <a:ext cx="2006600" cy="561681"/>
            <a:chOff x="70" y="-63"/>
            <a:chExt cx="3160" cy="884"/>
          </a:xfrm>
        </p:grpSpPr>
        <p:sp>
          <p:nvSpPr>
            <p:cNvPr id="1048839"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58"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840" name="菱形 6"/>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222" name=""/>
        <p:cNvGrpSpPr/>
        <p:nvPr/>
      </p:nvGrpSpPr>
      <p:grpSpPr>
        <a:xfrm>
          <a:off x="0" y="0"/>
          <a:ext cx="0" cy="0"/>
          <a:chOff x="0" y="0"/>
          <a:chExt cx="0" cy="0"/>
        </a:xfrm>
      </p:grpSpPr>
      <p:sp>
        <p:nvSpPr>
          <p:cNvPr id="1048845" name="矩形 3"/>
          <p:cNvSpPr>
            <a:spLocks noChangeArrowheads="1"/>
          </p:cNvSpPr>
          <p:nvPr/>
        </p:nvSpPr>
        <p:spPr bwMode="auto">
          <a:xfrm>
            <a:off x="357188" y="725488"/>
            <a:ext cx="8572500" cy="3774441"/>
          </a:xfrm>
          <a:prstGeom prst="rect"/>
          <a:noFill/>
          <a:ln w="9525">
            <a:noFill/>
            <a:miter lim="800000"/>
          </a:ln>
        </p:spPr>
        <p:txBody>
          <a:bodyPr>
            <a:spAutoFit/>
          </a:bodyPr>
          <a:p>
            <a:pPr eaLnBrk="0" fontAlgn="base" hangingPunct="0">
              <a:lnSpc>
                <a:spcPts val="2900"/>
              </a:lnSpc>
              <a:spcBef>
                <a:spcPct val="0"/>
              </a:spcBef>
              <a:spcAft>
                <a:spcPct val="0"/>
              </a:spcAft>
            </a:pPr>
            <a:r>
              <a:rPr altLang="zh-CN" b="1" dirty="0" sz="2000" lang="en-US">
                <a:solidFill>
                  <a:prstClr val="black"/>
                </a:solidFill>
                <a:latin typeface="楷体" panose="02010609060101010101" pitchFamily="49" charset="-122"/>
                <a:ea typeface="楷体" panose="02010609060101010101" pitchFamily="49" charset="-122"/>
              </a:rPr>
              <a:t>    </a:t>
            </a:r>
            <a:r>
              <a:rPr altLang="en-US" b="1" dirty="0" sz="2000" lang="zh-CN">
                <a:solidFill>
                  <a:srgbClr val="FF0000"/>
                </a:solidFill>
                <a:latin typeface="楷体" panose="02010609060101010101" pitchFamily="49" charset="-122"/>
                <a:ea typeface="楷体" panose="02010609060101010101" pitchFamily="49" charset="-122"/>
              </a:rPr>
              <a:t>在结构方面，</a:t>
            </a:r>
            <a:r>
              <a:rPr altLang="zh-CN" b="1" dirty="0" sz="2000" lang="en-US">
                <a:solidFill>
                  <a:prstClr val="black"/>
                </a:solidFill>
                <a:latin typeface="楷体" panose="02010609060101010101" pitchFamily="49" charset="-122"/>
                <a:ea typeface="楷体" panose="02010609060101010101" pitchFamily="49" charset="-122"/>
              </a:rPr>
              <a:t>《</a:t>
            </a:r>
            <a:r>
              <a:rPr altLang="en-US" b="1" dirty="0" sz="2000" lang="zh-CN">
                <a:solidFill>
                  <a:prstClr val="black"/>
                </a:solidFill>
                <a:latin typeface="楷体" panose="02010609060101010101" pitchFamily="49" charset="-122"/>
                <a:ea typeface="楷体" panose="02010609060101010101" pitchFamily="49" charset="-122"/>
              </a:rPr>
              <a:t>水浒传</a:t>
            </a:r>
            <a:r>
              <a:rPr altLang="zh-CN" b="1" dirty="0" sz="2000" lang="en-US">
                <a:solidFill>
                  <a:prstClr val="black"/>
                </a:solidFill>
                <a:latin typeface="楷体" panose="02010609060101010101" pitchFamily="49" charset="-122"/>
                <a:ea typeface="楷体" panose="02010609060101010101" pitchFamily="49" charset="-122"/>
              </a:rPr>
              <a:t>》</a:t>
            </a:r>
            <a:r>
              <a:rPr altLang="en-US" b="1" dirty="0" sz="2000" lang="zh-CN">
                <a:solidFill>
                  <a:prstClr val="black"/>
                </a:solidFill>
                <a:latin typeface="楷体" panose="02010609060101010101" pitchFamily="49" charset="-122"/>
                <a:ea typeface="楷体" panose="02010609060101010101" pitchFamily="49" charset="-122"/>
              </a:rPr>
              <a:t>以人物为中心来展开故事情节，人物一个个出场，故事一个个展开，上一个人物故事结束时，由事件和场景的转换牵出另一个人物，开始下一个故事；结构单纯而不单调，情节波澜起伏，引人入胜。比如小说以高俅发迹为开端，有交代起义前景的作用，高俅逼走王进，是官逼民反的开始。由王进引出史进，由史进引出陈达、朱武、杨春，一个引出一个或几个，像滚雪球一样，直到一百单八将齐集梁山。每一个人物出场时，都是伴随着事件而来的，有时一个人伴随着几件事同时而来，如鲁智深、林冲、武松、杨志等，有时一个人的几件事是间隔着来的，如李逵、杨雄、燕青、石秀等。人与事交织在一起，形成</a:t>
            </a:r>
            <a:r>
              <a:rPr altLang="zh-CN" b="1" dirty="0" sz="2000" lang="en-US">
                <a:solidFill>
                  <a:prstClr val="black"/>
                </a:solidFill>
                <a:latin typeface="楷体" panose="02010609060101010101" pitchFamily="49" charset="-122"/>
                <a:ea typeface="楷体" panose="02010609060101010101" pitchFamily="49" charset="-122"/>
              </a:rPr>
              <a:t>《</a:t>
            </a:r>
            <a:r>
              <a:rPr altLang="en-US" b="1" dirty="0" sz="2000" lang="zh-CN">
                <a:solidFill>
                  <a:prstClr val="black"/>
                </a:solidFill>
                <a:latin typeface="楷体" panose="02010609060101010101" pitchFamily="49" charset="-122"/>
                <a:ea typeface="楷体" panose="02010609060101010101" pitchFamily="49" charset="-122"/>
              </a:rPr>
              <a:t>水浒传</a:t>
            </a:r>
            <a:r>
              <a:rPr altLang="zh-CN" b="1" dirty="0" sz="2000" lang="en-US">
                <a:solidFill>
                  <a:prstClr val="black"/>
                </a:solidFill>
                <a:latin typeface="楷体" panose="02010609060101010101" pitchFamily="49" charset="-122"/>
                <a:ea typeface="楷体" panose="02010609060101010101" pitchFamily="49" charset="-122"/>
              </a:rPr>
              <a:t>》</a:t>
            </a:r>
            <a:r>
              <a:rPr altLang="en-US" b="1" dirty="0" sz="2000" lang="zh-CN">
                <a:solidFill>
                  <a:prstClr val="black"/>
                </a:solidFill>
                <a:latin typeface="楷体" panose="02010609060101010101" pitchFamily="49" charset="-122"/>
                <a:ea typeface="楷体" panose="02010609060101010101" pitchFamily="49" charset="-122"/>
              </a:rPr>
              <a:t>结构安排的最大特色。</a:t>
            </a:r>
            <a:endParaRPr altLang="en-US" dirty="0" sz="2000" lang="zh-CN">
              <a:solidFill>
                <a:prstClr val="black"/>
              </a:solidFill>
              <a:ea typeface="宋体" panose="02010600030101010101" pitchFamily="2" charset="-122"/>
            </a:endParaRPr>
          </a:p>
        </p:txBody>
      </p:sp>
      <p:grpSp>
        <p:nvGrpSpPr>
          <p:cNvPr id="223" name="组合 7"/>
          <p:cNvGrpSpPr/>
          <p:nvPr/>
        </p:nvGrpSpPr>
        <p:grpSpPr bwMode="auto">
          <a:xfrm>
            <a:off x="28575" y="-3175"/>
            <a:ext cx="2006600" cy="561681"/>
            <a:chOff x="70" y="-63"/>
            <a:chExt cx="3160" cy="884"/>
          </a:xfrm>
        </p:grpSpPr>
        <p:sp>
          <p:nvSpPr>
            <p:cNvPr id="1048846"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59"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847" name="菱形 5"/>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225" name=""/>
        <p:cNvGrpSpPr/>
        <p:nvPr/>
      </p:nvGrpSpPr>
      <p:grpSpPr>
        <a:xfrm>
          <a:off x="0" y="0"/>
          <a:ext cx="0" cy="0"/>
          <a:chOff x="0" y="0"/>
          <a:chExt cx="0" cy="0"/>
        </a:xfrm>
      </p:grpSpPr>
      <p:sp>
        <p:nvSpPr>
          <p:cNvPr id="1048852" name="TextBox 3"/>
          <p:cNvSpPr txBox="1"/>
          <p:nvPr/>
        </p:nvSpPr>
        <p:spPr bwMode="auto">
          <a:xfrm>
            <a:off x="500034" y="857238"/>
            <a:ext cx="8429684" cy="3669030"/>
          </a:xfrm>
          <a:prstGeom prst="rect"/>
          <a:noFill/>
          <a:ln w="9525">
            <a:noFill/>
            <a:miter lim="800000"/>
          </a:ln>
        </p:spPr>
        <p:txBody>
          <a:bodyPr bIns="34290" lIns="68580" rIns="68580" rtlCol="0" tIns="34290" wrap="square">
            <a:spAutoFit/>
          </a:bodyPr>
          <a:p>
            <a:pPr fontAlgn="base">
              <a:lnSpc>
                <a:spcPct val="150000"/>
              </a:lnSpc>
              <a:spcBef>
                <a:spcPct val="0"/>
              </a:spcBef>
              <a:spcAft>
                <a:spcPct val="0"/>
              </a:spcAft>
            </a:pPr>
            <a:r>
              <a:rPr altLang="en-US" b="1" dirty="0" sz="2000" lang="zh-CN">
                <a:solidFill>
                  <a:prstClr val="black">
                    <a:lumMod val="95000"/>
                    <a:lumOff val="5000"/>
                  </a:prstClr>
                </a:solidFill>
                <a:latin typeface="楷体" panose="02010609060101010101" pitchFamily="49" charset="-122"/>
                <a:ea typeface="楷体" panose="02010609060101010101" pitchFamily="49" charset="-122"/>
              </a:rPr>
              <a:t>    </a:t>
            </a:r>
            <a:r>
              <a:rPr altLang="en-US" b="1" dirty="0" sz="2000" lang="zh-CN">
                <a:solidFill>
                  <a:srgbClr val="FF0000"/>
                </a:solidFill>
                <a:latin typeface="楷体" panose="02010609060101010101" pitchFamily="49" charset="-122"/>
                <a:ea typeface="楷体" panose="02010609060101010101" pitchFamily="49" charset="-122"/>
              </a:rPr>
              <a:t>在语言方面，</a:t>
            </a:r>
            <a:r>
              <a:rPr altLang="zh-CN" b="1" dirty="0" sz="2000" lang="en-US">
                <a:solidFill>
                  <a:prstClr val="black">
                    <a:lumMod val="95000"/>
                    <a:lumOff val="5000"/>
                  </a:prstClr>
                </a:solidFill>
                <a:latin typeface="楷体" panose="02010609060101010101" pitchFamily="49" charset="-122"/>
                <a:ea typeface="楷体" panose="02010609060101010101" pitchFamily="49" charset="-122"/>
              </a:rPr>
              <a:t>《</a:t>
            </a:r>
            <a:r>
              <a:rPr altLang="en-US" b="1" dirty="0" sz="2000" lang="zh-CN">
                <a:solidFill>
                  <a:prstClr val="black">
                    <a:lumMod val="95000"/>
                    <a:lumOff val="5000"/>
                  </a:prstClr>
                </a:solidFill>
                <a:latin typeface="楷体" panose="02010609060101010101" pitchFamily="49" charset="-122"/>
                <a:ea typeface="楷体" panose="02010609060101010101" pitchFamily="49" charset="-122"/>
              </a:rPr>
              <a:t>水浒传</a:t>
            </a:r>
            <a:r>
              <a:rPr altLang="zh-CN" b="1" dirty="0" sz="2000" lang="en-US">
                <a:solidFill>
                  <a:prstClr val="black">
                    <a:lumMod val="95000"/>
                    <a:lumOff val="5000"/>
                  </a:prstClr>
                </a:solidFill>
                <a:latin typeface="楷体" panose="02010609060101010101" pitchFamily="49" charset="-122"/>
                <a:ea typeface="楷体" panose="02010609060101010101" pitchFamily="49" charset="-122"/>
              </a:rPr>
              <a:t>》</a:t>
            </a:r>
            <a:r>
              <a:rPr altLang="en-US" b="1" dirty="0" sz="2000" lang="zh-CN">
                <a:solidFill>
                  <a:prstClr val="black">
                    <a:lumMod val="95000"/>
                    <a:lumOff val="5000"/>
                  </a:prstClr>
                </a:solidFill>
                <a:latin typeface="楷体" panose="02010609060101010101" pitchFamily="49" charset="-122"/>
                <a:ea typeface="楷体" panose="02010609060101010101" pitchFamily="49" charset="-122"/>
              </a:rPr>
              <a:t>的语言以北方口语为基础，经过加工，故其语言明快、洗练。如写鲁达三拳打死“镇关西”郑屠，第一拳“正打在鼻子上，打得鲜血迸流，鼻子歪在半边，却便似开了个油酱铺，咸的、酸的、辣的一发都滚出来”，既通俗，又生动。</a:t>
            </a:r>
            <a:r>
              <a:rPr altLang="zh-CN" b="1" dirty="0" sz="2000" lang="en-US">
                <a:solidFill>
                  <a:prstClr val="black">
                    <a:lumMod val="95000"/>
                    <a:lumOff val="5000"/>
                  </a:prstClr>
                </a:solidFill>
                <a:latin typeface="楷体" panose="02010609060101010101" pitchFamily="49" charset="-122"/>
                <a:ea typeface="楷体" panose="02010609060101010101" pitchFamily="49" charset="-122"/>
              </a:rPr>
              <a:t>《</a:t>
            </a:r>
            <a:r>
              <a:rPr altLang="en-US" b="1" dirty="0" sz="2000" lang="zh-CN">
                <a:solidFill>
                  <a:prstClr val="black">
                    <a:lumMod val="95000"/>
                    <a:lumOff val="5000"/>
                  </a:prstClr>
                </a:solidFill>
                <a:latin typeface="楷体" panose="02010609060101010101" pitchFamily="49" charset="-122"/>
                <a:ea typeface="楷体" panose="02010609060101010101" pitchFamily="49" charset="-122"/>
              </a:rPr>
              <a:t>水浒传</a:t>
            </a:r>
            <a:r>
              <a:rPr altLang="zh-CN" b="1" dirty="0" sz="2000" lang="en-US">
                <a:solidFill>
                  <a:prstClr val="black">
                    <a:lumMod val="95000"/>
                    <a:lumOff val="5000"/>
                  </a:prstClr>
                </a:solidFill>
                <a:latin typeface="楷体" panose="02010609060101010101" pitchFamily="49" charset="-122"/>
                <a:ea typeface="楷体" panose="02010609060101010101" pitchFamily="49" charset="-122"/>
              </a:rPr>
              <a:t>》</a:t>
            </a:r>
            <a:r>
              <a:rPr altLang="en-US" b="1" dirty="0" sz="2000" lang="zh-CN">
                <a:solidFill>
                  <a:prstClr val="black">
                    <a:lumMod val="95000"/>
                    <a:lumOff val="5000"/>
                  </a:prstClr>
                </a:solidFill>
                <a:latin typeface="楷体" panose="02010609060101010101" pitchFamily="49" charset="-122"/>
                <a:ea typeface="楷体" panose="02010609060101010101" pitchFamily="49" charset="-122"/>
              </a:rPr>
              <a:t>的语言生动准确，富有表现力。如写鲁达打店小二时，“鲁达大怒，揸开五指，去那小二脸上只一掌</a:t>
            </a:r>
            <a:r>
              <a:rPr altLang="zh-CN" b="1" dirty="0" sz="2000" lang="en-US">
                <a:solidFill>
                  <a:prstClr val="black">
                    <a:lumMod val="95000"/>
                    <a:lumOff val="5000"/>
                  </a:prstClr>
                </a:solidFill>
                <a:latin typeface="楷体" panose="02010609060101010101" pitchFamily="49" charset="-122"/>
                <a:ea typeface="楷体" panose="02010609060101010101" pitchFamily="49" charset="-122"/>
              </a:rPr>
              <a:t>……</a:t>
            </a:r>
            <a:r>
              <a:rPr altLang="en-US" b="1" dirty="0" sz="2000" lang="zh-CN">
                <a:solidFill>
                  <a:prstClr val="black">
                    <a:lumMod val="95000"/>
                    <a:lumOff val="5000"/>
                  </a:prstClr>
                </a:solidFill>
                <a:latin typeface="楷体" panose="02010609060101010101" pitchFamily="49" charset="-122"/>
                <a:ea typeface="楷体" panose="02010609060101010101" pitchFamily="49" charset="-122"/>
              </a:rPr>
              <a:t>”用“大怒”和“一掌”还不足以表现出鲁达之愤怒，而用了一个“开”字，表现出其神韵。</a:t>
            </a:r>
          </a:p>
        </p:txBody>
      </p:sp>
      <p:grpSp>
        <p:nvGrpSpPr>
          <p:cNvPr id="226" name="组合 7"/>
          <p:cNvGrpSpPr/>
          <p:nvPr/>
        </p:nvGrpSpPr>
        <p:grpSpPr bwMode="auto">
          <a:xfrm>
            <a:off x="28575" y="-3175"/>
            <a:ext cx="2006600" cy="561681"/>
            <a:chOff x="70" y="-63"/>
            <a:chExt cx="3160" cy="884"/>
          </a:xfrm>
        </p:grpSpPr>
        <p:sp>
          <p:nvSpPr>
            <p:cNvPr id="1048853"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合作探究</a:t>
              </a:r>
            </a:p>
          </p:txBody>
        </p:sp>
        <p:cxnSp>
          <p:nvCxnSpPr>
            <p:cNvPr id="3145760"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854" name="菱形 6"/>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228" name=""/>
        <p:cNvGrpSpPr/>
        <p:nvPr/>
      </p:nvGrpSpPr>
      <p:grpSpPr>
        <a:xfrm>
          <a:off x="0" y="0"/>
          <a:ext cx="0" cy="0"/>
          <a:chOff x="0" y="0"/>
          <a:chExt cx="0" cy="0"/>
        </a:xfrm>
      </p:grpSpPr>
      <p:sp>
        <p:nvSpPr>
          <p:cNvPr id="1048859" name="矩形 4"/>
          <p:cNvSpPr>
            <a:spLocks noChangeArrowheads="1"/>
          </p:cNvSpPr>
          <p:nvPr/>
        </p:nvSpPr>
        <p:spPr bwMode="auto">
          <a:xfrm>
            <a:off x="395536" y="915566"/>
            <a:ext cx="8300749" cy="3329941"/>
          </a:xfrm>
          <a:prstGeom prst="rect"/>
          <a:noFill/>
          <a:ln w="9525">
            <a:noFill/>
            <a:miter lim="800000"/>
          </a:ln>
        </p:spPr>
        <p:txBody>
          <a:bodyPr wrap="square">
            <a:spAutoFit/>
          </a:bodyPr>
          <a:p>
            <a:pPr eaLnBrk="0" fontAlgn="base" hangingPunct="0">
              <a:lnSpc>
                <a:spcPct val="150000"/>
              </a:lnSpc>
              <a:spcBef>
                <a:spcPct val="0"/>
              </a:spcBef>
              <a:spcAft>
                <a:spcPct val="0"/>
              </a:spcAft>
            </a:pPr>
            <a:r>
              <a:rPr altLang="en-US" b="1" dirty="0" sz="2600" lang="zh-CN">
                <a:solidFill>
                  <a:prstClr val="black"/>
                </a:solidFill>
                <a:latin typeface="楷体" panose="02010609060101010101" pitchFamily="49" charset="-122"/>
                <a:ea typeface="楷体" panose="02010609060101010101" pitchFamily="49" charset="-122"/>
              </a:rPr>
              <a:t>    小说通过写众多草莽英雄不同的人生经历和反抗道路，深刻地揭示了农民起义的社会根源，鲜明地表现了“官逼民反”的主题。在作者的笔下，这些好汉大都有着自己的辛酸史，他们被逼无奈才铤而走险、“犯上作乱”，这恰好印证了“哪里有压迫，哪里就有反抗”的道理。</a:t>
            </a:r>
            <a:endParaRPr altLang="en-US" dirty="0" sz="2600" lang="zh-CN">
              <a:solidFill>
                <a:prstClr val="black"/>
              </a:solidFill>
              <a:ea typeface="宋体" panose="02010600030101010101" pitchFamily="2" charset="-122"/>
            </a:endParaRPr>
          </a:p>
        </p:txBody>
      </p:sp>
      <p:grpSp>
        <p:nvGrpSpPr>
          <p:cNvPr id="229" name="组合 13"/>
          <p:cNvGrpSpPr/>
          <p:nvPr/>
        </p:nvGrpSpPr>
        <p:grpSpPr bwMode="auto">
          <a:xfrm>
            <a:off x="28575" y="-20638"/>
            <a:ext cx="2006600" cy="561681"/>
            <a:chOff x="70" y="-63"/>
            <a:chExt cx="3160" cy="884"/>
          </a:xfrm>
        </p:grpSpPr>
        <p:sp>
          <p:nvSpPr>
            <p:cNvPr id="1048860" name="文本框 6"/>
            <p:cNvSpPr txBox="1">
              <a:spLocks noChangeArrowheads="1"/>
            </p:cNvSpPr>
            <p:nvPr/>
          </p:nvSpPr>
          <p:spPr bwMode="auto">
            <a:xfrm>
              <a:off x="678" y="-63"/>
              <a:ext cx="2528" cy="884"/>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dirty="0" sz="2800" kumimoji="1" lang="zh-CN">
                  <a:solidFill>
                    <a:prstClr val="black"/>
                  </a:solidFill>
                  <a:latin typeface="黑体" panose="02010609060101010101" pitchFamily="49" charset="-122"/>
                  <a:ea typeface="黑体" panose="02010609060101010101" pitchFamily="49" charset="-122"/>
                </a:rPr>
                <a:t>课堂小结</a:t>
              </a:r>
            </a:p>
          </p:txBody>
        </p:sp>
        <p:cxnSp>
          <p:nvCxnSpPr>
            <p:cNvPr id="3145761" name="直线连接符 9"/>
            <p:cNvCxnSpPr>
              <a:cxnSpLocks/>
            </p:cNvCxnSpPr>
            <p:nvPr/>
          </p:nvCxnSpPr>
          <p:spPr>
            <a:xfrm>
              <a:off x="70" y="699"/>
              <a:ext cx="3160"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861" name="菱形 12"/>
            <p:cNvSpPr/>
            <p:nvPr/>
          </p:nvSpPr>
          <p:spPr>
            <a:xfrm>
              <a:off x="125" y="147"/>
              <a:ext cx="553"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6" presetSubtype="21">
                                  <p:stCondLst>
                                    <p:cond delay="0"/>
                                  </p:stCondLst>
                                  <p:childTnLst>
                                    <p:set>
                                      <p:cBhvr>
                                        <p:cTn dur="1" fill="hold" id="6">
                                          <p:stCondLst>
                                            <p:cond delay="0"/>
                                          </p:stCondLst>
                                        </p:cTn>
                                        <p:tgtEl>
                                          <p:spTgt spid="1048859"/>
                                        </p:tgtEl>
                                        <p:attrNameLst>
                                          <p:attrName>style.visibility</p:attrName>
                                        </p:attrNameLst>
                                      </p:cBhvr>
                                      <p:to>
                                        <p:strVal val="visible"/>
                                      </p:to>
                                    </p:set>
                                    <p:animEffect transition="in" filter="barn(inVertical)">
                                      <p:cBhvr>
                                        <p:cTn dur="500" id="7"/>
                                        <p:tgtEl>
                                          <p:spTgt spid="1048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5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231" name=""/>
        <p:cNvGrpSpPr/>
        <p:nvPr/>
      </p:nvGrpSpPr>
      <p:grpSpPr>
        <a:xfrm>
          <a:off x="0" y="0"/>
          <a:ext cx="0" cy="0"/>
          <a:chOff x="0" y="0"/>
          <a:chExt cx="0" cy="0"/>
        </a:xfrm>
      </p:grpSpPr>
      <p:sp>
        <p:nvSpPr>
          <p:cNvPr id="1048865" name="矩形 4"/>
          <p:cNvSpPr/>
          <p:nvPr/>
        </p:nvSpPr>
        <p:spPr>
          <a:xfrm>
            <a:off x="251520" y="759931"/>
            <a:ext cx="8892480" cy="3291840"/>
          </a:xfrm>
          <a:prstGeom prst="rect"/>
        </p:spPr>
        <p:txBody>
          <a:bodyPr wrap="square">
            <a:spAutoFit/>
          </a:bodyPr>
          <a:p>
            <a:pPr defTabSz="457200" eaLnBrk="0" fontAlgn="base" hangingPunct="0">
              <a:lnSpc>
                <a:spcPts val="3600"/>
              </a:lnSpc>
              <a:spcBef>
                <a:spcPct val="0"/>
              </a:spcBef>
              <a:spcAft>
                <a:spcPct val="0"/>
              </a:spcAft>
            </a:pPr>
            <a:r>
              <a:rPr altLang="zh-CN" b="1" dirty="0" sz="2400" lang="en-US">
                <a:solidFill>
                  <a:srgbClr val="0000FF"/>
                </a:solidFill>
                <a:latin typeface="宋体" panose="02010600030101010101" pitchFamily="2" charset="-122"/>
                <a:ea typeface="宋体" panose="02010600030101010101" pitchFamily="2" charset="-122"/>
              </a:rPr>
              <a:t>1.</a:t>
            </a:r>
            <a:r>
              <a:rPr altLang="en-US" b="1" dirty="0" sz="2400" lang="zh-CN">
                <a:solidFill>
                  <a:srgbClr val="0000FF"/>
                </a:solidFill>
                <a:latin typeface="宋体" panose="02010600030101010101" pitchFamily="2" charset="-122"/>
                <a:ea typeface="宋体" panose="02010600030101010101" pitchFamily="2" charset="-122"/>
              </a:rPr>
              <a:t>人物形象栩栩如生。</a:t>
            </a:r>
            <a:endParaRPr altLang="zh-CN" b="1" dirty="0" sz="2400" lang="en-US">
              <a:solidFill>
                <a:srgbClr val="0000FF"/>
              </a:solidFill>
              <a:latin typeface="宋体" panose="02010600030101010101" pitchFamily="2" charset="-122"/>
              <a:ea typeface="宋体" panose="02010600030101010101" pitchFamily="2" charset="-122"/>
            </a:endParaRPr>
          </a:p>
          <a:p>
            <a:pPr defTabSz="457200" eaLnBrk="0" fontAlgn="base" hangingPunct="0">
              <a:lnSpc>
                <a:spcPts val="3600"/>
              </a:lnSpc>
              <a:spcBef>
                <a:spcPct val="0"/>
              </a:spcBef>
              <a:spcAft>
                <a:spcPct val="0"/>
              </a:spcAft>
            </a:pPr>
            <a:r>
              <a:rPr altLang="zh-CN" b="1" dirty="0" sz="2400" lang="en-US">
                <a:solidFill>
                  <a:srgbClr val="0000FF"/>
                </a:solidFill>
                <a:latin typeface="楷体" panose="02010609060101010101" pitchFamily="49" charset="-122"/>
                <a:ea typeface="楷体" panose="02010609060101010101" pitchFamily="49" charset="-122"/>
              </a:rPr>
              <a:t>    </a:t>
            </a:r>
            <a:r>
              <a:rPr altLang="zh-CN" b="1" dirty="0" sz="2400" lang="en-US">
                <a:solidFill>
                  <a:prstClr val="black">
                    <a:lumMod val="95000"/>
                    <a:lumOff val="5000"/>
                  </a:prstClr>
                </a:solidFill>
                <a:latin typeface="楷体" panose="02010609060101010101" pitchFamily="49" charset="-122"/>
                <a:ea typeface="楷体" panose="02010609060101010101" pitchFamily="49" charset="-122"/>
              </a:rPr>
              <a:t>《</a:t>
            </a:r>
            <a:r>
              <a:rPr altLang="en-US" b="1" dirty="0" sz="2400" lang="zh-CN">
                <a:solidFill>
                  <a:prstClr val="black">
                    <a:lumMod val="95000"/>
                    <a:lumOff val="5000"/>
                  </a:prstClr>
                </a:solidFill>
                <a:latin typeface="楷体" panose="02010609060101010101" pitchFamily="49" charset="-122"/>
                <a:ea typeface="楷体" panose="02010609060101010101" pitchFamily="49" charset="-122"/>
              </a:rPr>
              <a:t>水浒传</a:t>
            </a:r>
            <a:r>
              <a:rPr altLang="zh-CN" b="1" dirty="0" sz="2400" lang="en-US">
                <a:solidFill>
                  <a:prstClr val="black">
                    <a:lumMod val="95000"/>
                    <a:lumOff val="5000"/>
                  </a:prstClr>
                </a:solidFill>
                <a:latin typeface="楷体" panose="02010609060101010101" pitchFamily="49" charset="-122"/>
                <a:ea typeface="楷体" panose="02010609060101010101" pitchFamily="49" charset="-122"/>
              </a:rPr>
              <a:t>》</a:t>
            </a:r>
            <a:r>
              <a:rPr altLang="en-US" b="1" dirty="0" sz="2400" lang="zh-CN">
                <a:solidFill>
                  <a:prstClr val="black">
                    <a:lumMod val="95000"/>
                    <a:lumOff val="5000"/>
                  </a:prstClr>
                </a:solidFill>
                <a:latin typeface="楷体" panose="02010609060101010101" pitchFamily="49" charset="-122"/>
                <a:ea typeface="楷体" panose="02010609060101010101" pitchFamily="49" charset="-122"/>
              </a:rPr>
              <a:t>的长处在于主要人物的刻画和市民生活的描写。其中梁山主要人物宋江、林冲、武松、鲁智深、李逵等，人物个性鲜明，角色语言各有特色。作者在塑造这些粗豪、侠义的人物时，非常注意表现他们之间的共性和个性，例如鲁智深和李逵，同是疾恶如仇、侠肝义胆、脾气火爆的人物形象，但鲁智深粗中有细，豁达明理，李逵头脑简单，直爽率真。</a:t>
            </a:r>
          </a:p>
        </p:txBody>
      </p:sp>
      <p:grpSp>
        <p:nvGrpSpPr>
          <p:cNvPr id="232" name="组合 8"/>
          <p:cNvGrpSpPr/>
          <p:nvPr/>
        </p:nvGrpSpPr>
        <p:grpSpPr bwMode="auto">
          <a:xfrm>
            <a:off x="34925" y="-20638"/>
            <a:ext cx="2008188" cy="561386"/>
            <a:chOff x="70" y="-63"/>
            <a:chExt cx="3161" cy="883"/>
          </a:xfrm>
        </p:grpSpPr>
        <p:sp>
          <p:nvSpPr>
            <p:cNvPr id="1048866" name="文本框 6"/>
            <p:cNvSpPr txBox="1">
              <a:spLocks noChangeArrowheads="1"/>
            </p:cNvSpPr>
            <p:nvPr/>
          </p:nvSpPr>
          <p:spPr bwMode="auto">
            <a:xfrm>
              <a:off x="678" y="-63"/>
              <a:ext cx="2527"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dirty="0" sz="2800" kumimoji="1" lang="zh-CN">
                  <a:solidFill>
                    <a:prstClr val="black"/>
                  </a:solidFill>
                  <a:latin typeface="黑体" panose="02010609060101010101" pitchFamily="49" charset="-122"/>
                  <a:ea typeface="黑体" panose="02010609060101010101" pitchFamily="49" charset="-122"/>
                </a:rPr>
                <a:t>写作特色</a:t>
              </a:r>
            </a:p>
          </p:txBody>
        </p:sp>
        <p:cxnSp>
          <p:nvCxnSpPr>
            <p:cNvPr id="3145762" name="直线连接符 9"/>
            <p:cNvCxnSpPr>
              <a:cxnSpLocks/>
            </p:cNvCxnSpPr>
            <p:nvPr/>
          </p:nvCxnSpPr>
          <p:spPr>
            <a:xfrm>
              <a:off x="70" y="701"/>
              <a:ext cx="316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867" name="菱形 12"/>
            <p:cNvSpPr/>
            <p:nvPr/>
          </p:nvSpPr>
          <p:spPr>
            <a:xfrm>
              <a:off x="125" y="149"/>
              <a:ext cx="552"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6" presetSubtype="21">
                                  <p:stCondLst>
                                    <p:cond delay="0"/>
                                  </p:stCondLst>
                                  <p:childTnLst>
                                    <p:set>
                                      <p:cBhvr>
                                        <p:cTn dur="1" fill="hold" id="6">
                                          <p:stCondLst>
                                            <p:cond delay="0"/>
                                          </p:stCondLst>
                                        </p:cTn>
                                        <p:tgtEl>
                                          <p:spTgt spid="1048865"/>
                                        </p:tgtEl>
                                        <p:attrNameLst>
                                          <p:attrName>style.visibility</p:attrName>
                                        </p:attrNameLst>
                                      </p:cBhvr>
                                      <p:to>
                                        <p:strVal val="visible"/>
                                      </p:to>
                                    </p:set>
                                    <p:animEffect transition="in" filter="barn(inVertical)">
                                      <p:cBhvr>
                                        <p:cTn dur="500" id="7"/>
                                        <p:tgtEl>
                                          <p:spTgt spid="1048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6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234" name=""/>
        <p:cNvGrpSpPr/>
        <p:nvPr/>
      </p:nvGrpSpPr>
      <p:grpSpPr>
        <a:xfrm>
          <a:off x="0" y="0"/>
          <a:ext cx="0" cy="0"/>
          <a:chOff x="0" y="0"/>
          <a:chExt cx="0" cy="0"/>
        </a:xfrm>
      </p:grpSpPr>
      <p:sp>
        <p:nvSpPr>
          <p:cNvPr id="1048872" name="矩形 1"/>
          <p:cNvSpPr>
            <a:spLocks noChangeArrowheads="1"/>
          </p:cNvSpPr>
          <p:nvPr/>
        </p:nvSpPr>
        <p:spPr bwMode="auto">
          <a:xfrm>
            <a:off x="357188" y="857250"/>
            <a:ext cx="8501062" cy="3139440"/>
          </a:xfrm>
          <a:prstGeom prst="rect"/>
          <a:noFill/>
          <a:ln w="9525">
            <a:noFill/>
            <a:miter lim="800000"/>
          </a:ln>
        </p:spPr>
        <p:txBody>
          <a:bodyPr>
            <a:spAutoFit/>
          </a:bodyPr>
          <a:p>
            <a:pPr defTabSz="457200" eaLnBrk="0" fontAlgn="base" hangingPunct="0">
              <a:lnSpc>
                <a:spcPct val="150000"/>
              </a:lnSpc>
              <a:spcBef>
                <a:spcPct val="0"/>
              </a:spcBef>
              <a:spcAft>
                <a:spcPct val="0"/>
              </a:spcAft>
            </a:pPr>
            <a:r>
              <a:rPr altLang="zh-CN" b="1" dirty="0" sz="2400" lang="en-US">
                <a:solidFill>
                  <a:srgbClr val="0000FF"/>
                </a:solidFill>
                <a:latin typeface="宋体" panose="02010600030101010101" pitchFamily="2" charset="-122"/>
                <a:ea typeface="宋体" panose="02010600030101010101" pitchFamily="2" charset="-122"/>
              </a:rPr>
              <a:t>2.</a:t>
            </a:r>
            <a:r>
              <a:rPr altLang="en-US" b="1" dirty="0" sz="2400" lang="zh-CN">
                <a:solidFill>
                  <a:srgbClr val="0000FF"/>
                </a:solidFill>
                <a:latin typeface="宋体" panose="02010600030101010101" pitchFamily="2" charset="-122"/>
                <a:ea typeface="宋体" panose="02010600030101010101" pitchFamily="2" charset="-122"/>
              </a:rPr>
              <a:t>先分后合的链式结构。</a:t>
            </a:r>
            <a:endParaRPr altLang="zh-CN" b="1" dirty="0" sz="2400" lang="en-US">
              <a:solidFill>
                <a:srgbClr val="0000FF"/>
              </a:solidFill>
              <a:latin typeface="宋体" panose="02010600030101010101" pitchFamily="2" charset="-122"/>
              <a:ea typeface="宋体" panose="02010600030101010101" pitchFamily="2" charset="-122"/>
            </a:endParaRPr>
          </a:p>
          <a:p>
            <a:pPr defTabSz="457200" eaLnBrk="0" fontAlgn="base" hangingPunct="0">
              <a:lnSpc>
                <a:spcPct val="150000"/>
              </a:lnSpc>
              <a:spcBef>
                <a:spcPct val="0"/>
              </a:spcBef>
              <a:spcAft>
                <a:spcPct val="0"/>
              </a:spcAft>
            </a:pPr>
            <a:r>
              <a:rPr altLang="en-US" b="1" dirty="0" sz="2400" lang="zh-CN">
                <a:solidFill>
                  <a:srgbClr val="0000FF"/>
                </a:solidFill>
                <a:latin typeface="楷体" panose="02010609060101010101" pitchFamily="49" charset="-122"/>
                <a:ea typeface="楷体" panose="02010609060101010101" pitchFamily="49" charset="-122"/>
              </a:rPr>
              <a:t>    </a:t>
            </a:r>
            <a:r>
              <a:rPr altLang="en-US" b="1" dirty="0" sz="2400" lang="zh-CN">
                <a:solidFill>
                  <a:prstClr val="black">
                    <a:lumMod val="95000"/>
                    <a:lumOff val="5000"/>
                  </a:prstClr>
                </a:solidFill>
                <a:latin typeface="楷体" panose="02010609060101010101" pitchFamily="49" charset="-122"/>
                <a:ea typeface="楷体" panose="02010609060101010101" pitchFamily="49" charset="-122"/>
              </a:rPr>
              <a:t>小说的结构很有特点，环环相扣，线索分明，作者采取先分后合的链式结构，前四十回先讲述单个英雄人物的故事，然后百川汇海，逐步发展到水泊梁山大聚义。第七十回以后，写他们归顺朝廷，走向失败。</a:t>
            </a:r>
          </a:p>
        </p:txBody>
      </p:sp>
      <p:grpSp>
        <p:nvGrpSpPr>
          <p:cNvPr id="235" name="组合 8"/>
          <p:cNvGrpSpPr/>
          <p:nvPr/>
        </p:nvGrpSpPr>
        <p:grpSpPr bwMode="auto">
          <a:xfrm>
            <a:off x="34925" y="-20638"/>
            <a:ext cx="2008188" cy="561386"/>
            <a:chOff x="70" y="-63"/>
            <a:chExt cx="3161" cy="883"/>
          </a:xfrm>
        </p:grpSpPr>
        <p:sp>
          <p:nvSpPr>
            <p:cNvPr id="1048873" name="文本框 6"/>
            <p:cNvSpPr txBox="1">
              <a:spLocks noChangeArrowheads="1"/>
            </p:cNvSpPr>
            <p:nvPr/>
          </p:nvSpPr>
          <p:spPr bwMode="auto">
            <a:xfrm>
              <a:off x="678" y="-63"/>
              <a:ext cx="2527"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写作特色</a:t>
              </a:r>
            </a:p>
          </p:txBody>
        </p:sp>
        <p:cxnSp>
          <p:nvCxnSpPr>
            <p:cNvPr id="3145763" name="直线连接符 9"/>
            <p:cNvCxnSpPr>
              <a:cxnSpLocks/>
            </p:cNvCxnSpPr>
            <p:nvPr/>
          </p:nvCxnSpPr>
          <p:spPr>
            <a:xfrm>
              <a:off x="70" y="701"/>
              <a:ext cx="316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874" name="菱形 5"/>
            <p:cNvSpPr/>
            <p:nvPr/>
          </p:nvSpPr>
          <p:spPr>
            <a:xfrm>
              <a:off x="125" y="149"/>
              <a:ext cx="552"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6" presetSubtype="21">
                                  <p:stCondLst>
                                    <p:cond delay="0"/>
                                  </p:stCondLst>
                                  <p:childTnLst>
                                    <p:set>
                                      <p:cBhvr>
                                        <p:cTn dur="1" fill="hold" id="6">
                                          <p:stCondLst>
                                            <p:cond delay="0"/>
                                          </p:stCondLst>
                                        </p:cTn>
                                        <p:tgtEl>
                                          <p:spTgt spid="1048872"/>
                                        </p:tgtEl>
                                        <p:attrNameLst>
                                          <p:attrName>style.visibility</p:attrName>
                                        </p:attrNameLst>
                                      </p:cBhvr>
                                      <p:to>
                                        <p:strVal val="visible"/>
                                      </p:to>
                                    </p:set>
                                    <p:animEffect transition="in" filter="barn(inVertical)">
                                      <p:cBhvr>
                                        <p:cTn dur="500" id="7"/>
                                        <p:tgtEl>
                                          <p:spTgt spid="10488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7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237" name=""/>
        <p:cNvGrpSpPr/>
        <p:nvPr/>
      </p:nvGrpSpPr>
      <p:grpSpPr>
        <a:xfrm>
          <a:off x="0" y="0"/>
          <a:ext cx="0" cy="0"/>
          <a:chOff x="0" y="0"/>
          <a:chExt cx="0" cy="0"/>
        </a:xfrm>
      </p:grpSpPr>
      <p:sp>
        <p:nvSpPr>
          <p:cNvPr id="1048879" name="矩形 1"/>
          <p:cNvSpPr>
            <a:spLocks noChangeArrowheads="1"/>
          </p:cNvSpPr>
          <p:nvPr/>
        </p:nvSpPr>
        <p:spPr bwMode="auto">
          <a:xfrm>
            <a:off x="428625" y="857250"/>
            <a:ext cx="8607871" cy="3139440"/>
          </a:xfrm>
          <a:prstGeom prst="rect"/>
          <a:noFill/>
          <a:ln w="9525">
            <a:noFill/>
            <a:miter lim="800000"/>
          </a:ln>
        </p:spPr>
        <p:txBody>
          <a:bodyPr wrap="square">
            <a:spAutoFit/>
          </a:bodyPr>
          <a:p>
            <a:pPr defTabSz="457200" eaLnBrk="0" fontAlgn="base" hangingPunct="0">
              <a:lnSpc>
                <a:spcPct val="150000"/>
              </a:lnSpc>
              <a:spcBef>
                <a:spcPct val="0"/>
              </a:spcBef>
              <a:spcAft>
                <a:spcPct val="0"/>
              </a:spcAft>
            </a:pPr>
            <a:r>
              <a:rPr altLang="zh-CN" b="1" dirty="0" sz="2400" lang="en-US">
                <a:solidFill>
                  <a:srgbClr val="0000FF"/>
                </a:solidFill>
                <a:latin typeface="宋体" panose="02010600030101010101" pitchFamily="2" charset="-122"/>
                <a:ea typeface="宋体" panose="02010600030101010101" pitchFamily="2" charset="-122"/>
              </a:rPr>
              <a:t>3.</a:t>
            </a:r>
            <a:r>
              <a:rPr altLang="en-US" b="1" dirty="0" sz="2400" lang="zh-CN">
                <a:solidFill>
                  <a:srgbClr val="0000FF"/>
                </a:solidFill>
                <a:latin typeface="宋体" panose="02010600030101010101" pitchFamily="2" charset="-122"/>
                <a:ea typeface="宋体" panose="02010600030101010101" pitchFamily="2" charset="-122"/>
              </a:rPr>
              <a:t>情节曲折，引人入胜。  </a:t>
            </a:r>
            <a:endParaRPr altLang="zh-CN" b="1" dirty="0" sz="2400" lang="en-US">
              <a:solidFill>
                <a:srgbClr val="0000FF"/>
              </a:solidFill>
              <a:latin typeface="宋体" panose="02010600030101010101" pitchFamily="2" charset="-122"/>
              <a:ea typeface="宋体" panose="02010600030101010101" pitchFamily="2" charset="-122"/>
            </a:endParaRPr>
          </a:p>
          <a:p>
            <a:pPr defTabSz="457200" eaLnBrk="0" fontAlgn="base" hangingPunct="0">
              <a:lnSpc>
                <a:spcPct val="150000"/>
              </a:lnSpc>
              <a:spcBef>
                <a:spcPct val="0"/>
              </a:spcBef>
              <a:spcAft>
                <a:spcPct val="0"/>
              </a:spcAft>
            </a:pPr>
            <a:r>
              <a:rPr altLang="zh-CN" b="1" dirty="0" sz="2400" lang="en-US">
                <a:solidFill>
                  <a:prstClr val="black">
                    <a:lumMod val="95000"/>
                    <a:lumOff val="5000"/>
                  </a:prstClr>
                </a:solidFill>
                <a:latin typeface="楷体" panose="02010609060101010101" pitchFamily="49" charset="-122"/>
                <a:ea typeface="楷体" panose="02010609060101010101" pitchFamily="49" charset="-122"/>
              </a:rPr>
              <a:t>    </a:t>
            </a:r>
            <a:r>
              <a:rPr altLang="en-US" b="1" dirty="0" sz="2400" lang="zh-CN">
                <a:solidFill>
                  <a:prstClr val="black">
                    <a:lumMod val="95000"/>
                    <a:lumOff val="5000"/>
                  </a:prstClr>
                </a:solidFill>
                <a:latin typeface="楷体" panose="02010609060101010101" pitchFamily="49" charset="-122"/>
                <a:ea typeface="楷体" panose="02010609060101010101" pitchFamily="49" charset="-122"/>
              </a:rPr>
              <a:t>小说的情节生动曲折，大小事件都写得腾挪跌宕，引人入胜。而每一组的情节又往往是人物的性格发展史，如“景阳冈打虎”“斗杀西门庆”“醉打蒋门神”“大闹飞云浦”“血溅鸳鸯楼”等情节，使人自然想起武松。</a:t>
            </a:r>
          </a:p>
        </p:txBody>
      </p:sp>
      <p:grpSp>
        <p:nvGrpSpPr>
          <p:cNvPr id="238" name="组合 8"/>
          <p:cNvGrpSpPr/>
          <p:nvPr/>
        </p:nvGrpSpPr>
        <p:grpSpPr bwMode="auto">
          <a:xfrm>
            <a:off x="34925" y="-20638"/>
            <a:ext cx="2008188" cy="561386"/>
            <a:chOff x="70" y="-63"/>
            <a:chExt cx="3161" cy="883"/>
          </a:xfrm>
        </p:grpSpPr>
        <p:sp>
          <p:nvSpPr>
            <p:cNvPr id="1048880" name="文本框 6"/>
            <p:cNvSpPr txBox="1">
              <a:spLocks noChangeArrowheads="1"/>
            </p:cNvSpPr>
            <p:nvPr/>
          </p:nvSpPr>
          <p:spPr bwMode="auto">
            <a:xfrm>
              <a:off x="678" y="-63"/>
              <a:ext cx="2527"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写作特色</a:t>
              </a:r>
            </a:p>
          </p:txBody>
        </p:sp>
        <p:cxnSp>
          <p:nvCxnSpPr>
            <p:cNvPr id="3145764" name="直线连接符 9"/>
            <p:cNvCxnSpPr>
              <a:cxnSpLocks/>
            </p:cNvCxnSpPr>
            <p:nvPr/>
          </p:nvCxnSpPr>
          <p:spPr>
            <a:xfrm>
              <a:off x="70" y="701"/>
              <a:ext cx="316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881" name="菱形 5"/>
            <p:cNvSpPr/>
            <p:nvPr/>
          </p:nvSpPr>
          <p:spPr>
            <a:xfrm>
              <a:off x="125" y="149"/>
              <a:ext cx="552"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6" presetSubtype="21">
                                  <p:stCondLst>
                                    <p:cond delay="0"/>
                                  </p:stCondLst>
                                  <p:childTnLst>
                                    <p:set>
                                      <p:cBhvr>
                                        <p:cTn dur="1" fill="hold" id="6">
                                          <p:stCondLst>
                                            <p:cond delay="0"/>
                                          </p:stCondLst>
                                        </p:cTn>
                                        <p:tgtEl>
                                          <p:spTgt spid="1048879"/>
                                        </p:tgtEl>
                                        <p:attrNameLst>
                                          <p:attrName>style.visibility</p:attrName>
                                        </p:attrNameLst>
                                      </p:cBhvr>
                                      <p:to>
                                        <p:strVal val="visible"/>
                                      </p:to>
                                    </p:set>
                                    <p:animEffect transition="in" filter="barn(inVertical)">
                                      <p:cBhvr>
                                        <p:cTn dur="500" id="7"/>
                                        <p:tgtEl>
                                          <p:spTgt spid="1048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7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240" name=""/>
        <p:cNvGrpSpPr/>
        <p:nvPr/>
      </p:nvGrpSpPr>
      <p:grpSpPr>
        <a:xfrm>
          <a:off x="0" y="0"/>
          <a:ext cx="0" cy="0"/>
          <a:chOff x="0" y="0"/>
          <a:chExt cx="0" cy="0"/>
        </a:xfrm>
      </p:grpSpPr>
      <p:sp>
        <p:nvSpPr>
          <p:cNvPr id="1048886" name="矩形 1"/>
          <p:cNvSpPr>
            <a:spLocks noChangeArrowheads="1"/>
          </p:cNvSpPr>
          <p:nvPr/>
        </p:nvSpPr>
        <p:spPr bwMode="auto">
          <a:xfrm>
            <a:off x="467544" y="843558"/>
            <a:ext cx="8136904" cy="3139440"/>
          </a:xfrm>
          <a:prstGeom prst="rect"/>
          <a:noFill/>
          <a:ln w="9525">
            <a:noFill/>
            <a:miter lim="800000"/>
          </a:ln>
        </p:spPr>
        <p:txBody>
          <a:bodyPr wrap="square">
            <a:spAutoFit/>
          </a:bodyPr>
          <a:p>
            <a:pPr defTabSz="457200" eaLnBrk="0" fontAlgn="base" hangingPunct="0">
              <a:lnSpc>
                <a:spcPct val="150000"/>
              </a:lnSpc>
              <a:spcBef>
                <a:spcPct val="0"/>
              </a:spcBef>
              <a:spcAft>
                <a:spcPct val="0"/>
              </a:spcAft>
            </a:pPr>
            <a:r>
              <a:rPr altLang="zh-CN" b="1" dirty="0" sz="2400" lang="en-US">
                <a:solidFill>
                  <a:srgbClr val="0000FF"/>
                </a:solidFill>
                <a:latin typeface="宋体" panose="02010600030101010101" pitchFamily="2" charset="-122"/>
                <a:ea typeface="宋体" panose="02010600030101010101" pitchFamily="2" charset="-122"/>
              </a:rPr>
              <a:t>4.</a:t>
            </a:r>
            <a:r>
              <a:rPr altLang="en-US" b="1" dirty="0" sz="2400" lang="zh-CN">
                <a:solidFill>
                  <a:srgbClr val="0000FF"/>
                </a:solidFill>
                <a:latin typeface="宋体" panose="02010600030101010101" pitchFamily="2" charset="-122"/>
                <a:ea typeface="宋体" panose="02010600030101010101" pitchFamily="2" charset="-122"/>
              </a:rPr>
              <a:t>语言上，采用古代白话，质朴生动，洗练明快，富有表现力。</a:t>
            </a:r>
            <a:endParaRPr altLang="zh-CN" b="1" dirty="0" sz="2400" lang="en-US">
              <a:solidFill>
                <a:srgbClr val="0000FF"/>
              </a:solidFill>
              <a:latin typeface="宋体" panose="02010600030101010101" pitchFamily="2" charset="-122"/>
              <a:ea typeface="宋体" panose="02010600030101010101" pitchFamily="2" charset="-122"/>
            </a:endParaRPr>
          </a:p>
          <a:p>
            <a:pPr defTabSz="457200" eaLnBrk="0" fontAlgn="base" hangingPunct="0">
              <a:lnSpc>
                <a:spcPct val="150000"/>
              </a:lnSpc>
              <a:spcBef>
                <a:spcPct val="0"/>
              </a:spcBef>
              <a:spcAft>
                <a:spcPct val="0"/>
              </a:spcAft>
            </a:pPr>
            <a:r>
              <a:rPr altLang="zh-CN" b="1" dirty="0" sz="2400" lang="en-US">
                <a:solidFill>
                  <a:srgbClr val="0000FF"/>
                </a:solidFill>
                <a:latin typeface="楷体" panose="02010609060101010101" pitchFamily="49" charset="-122"/>
                <a:ea typeface="楷体" panose="02010609060101010101" pitchFamily="49" charset="-122"/>
              </a:rPr>
              <a:t>    </a:t>
            </a:r>
            <a:r>
              <a:rPr altLang="en-US" b="1" dirty="0" sz="2400" lang="zh-CN">
                <a:solidFill>
                  <a:prstClr val="black">
                    <a:lumMod val="95000"/>
                    <a:lumOff val="5000"/>
                  </a:prstClr>
                </a:solidFill>
                <a:latin typeface="楷体" panose="02010609060101010101" pitchFamily="49" charset="-122"/>
                <a:ea typeface="楷体" panose="02010609060101010101" pitchFamily="49" charset="-122"/>
              </a:rPr>
              <a:t>如写鲁提辖三拳打死“镇关西”郑屠，第一拳“正打在鼻子上，打得鲜血迸流，鼻子歪在半边，却便似开了个油酱铺，咸的、酸的、辣的，一发都滚出来。”既通俗，</a:t>
            </a:r>
            <a:r>
              <a:rPr altLang="zh-CN" b="1" dirty="0" sz="2400" lang="en-US">
                <a:solidFill>
                  <a:prstClr val="black">
                    <a:lumMod val="95000"/>
                    <a:lumOff val="5000"/>
                  </a:prstClr>
                </a:solidFill>
                <a:latin typeface="楷体" panose="02010609060101010101" pitchFamily="49" charset="-122"/>
                <a:ea typeface="楷体" panose="02010609060101010101" pitchFamily="49" charset="-122"/>
              </a:rPr>
              <a:t> </a:t>
            </a:r>
            <a:r>
              <a:rPr altLang="en-US" b="1" dirty="0" sz="2400" lang="zh-CN">
                <a:solidFill>
                  <a:prstClr val="black">
                    <a:lumMod val="95000"/>
                    <a:lumOff val="5000"/>
                  </a:prstClr>
                </a:solidFill>
                <a:latin typeface="楷体" panose="02010609060101010101" pitchFamily="49" charset="-122"/>
                <a:ea typeface="楷体" panose="02010609060101010101" pitchFamily="49" charset="-122"/>
              </a:rPr>
              <a:t>又生动。</a:t>
            </a:r>
          </a:p>
        </p:txBody>
      </p:sp>
      <p:grpSp>
        <p:nvGrpSpPr>
          <p:cNvPr id="241" name="组合 8"/>
          <p:cNvGrpSpPr/>
          <p:nvPr/>
        </p:nvGrpSpPr>
        <p:grpSpPr bwMode="auto">
          <a:xfrm>
            <a:off x="34925" y="-20638"/>
            <a:ext cx="2008188" cy="561386"/>
            <a:chOff x="70" y="-63"/>
            <a:chExt cx="3161" cy="883"/>
          </a:xfrm>
        </p:grpSpPr>
        <p:sp>
          <p:nvSpPr>
            <p:cNvPr id="1048887" name="文本框 6"/>
            <p:cNvSpPr txBox="1">
              <a:spLocks noChangeArrowheads="1"/>
            </p:cNvSpPr>
            <p:nvPr/>
          </p:nvSpPr>
          <p:spPr bwMode="auto">
            <a:xfrm>
              <a:off x="678" y="-63"/>
              <a:ext cx="2527"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写作特色</a:t>
              </a:r>
            </a:p>
          </p:txBody>
        </p:sp>
        <p:cxnSp>
          <p:nvCxnSpPr>
            <p:cNvPr id="3145765" name="直线连接符 9"/>
            <p:cNvCxnSpPr>
              <a:cxnSpLocks/>
            </p:cNvCxnSpPr>
            <p:nvPr/>
          </p:nvCxnSpPr>
          <p:spPr>
            <a:xfrm>
              <a:off x="70" y="701"/>
              <a:ext cx="316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888" name="菱形 5"/>
            <p:cNvSpPr/>
            <p:nvPr/>
          </p:nvSpPr>
          <p:spPr>
            <a:xfrm>
              <a:off x="125" y="149"/>
              <a:ext cx="552"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6" presetSubtype="21">
                                  <p:stCondLst>
                                    <p:cond delay="0"/>
                                  </p:stCondLst>
                                  <p:childTnLst>
                                    <p:set>
                                      <p:cBhvr>
                                        <p:cTn dur="1" fill="hold" id="6">
                                          <p:stCondLst>
                                            <p:cond delay="0"/>
                                          </p:stCondLst>
                                        </p:cTn>
                                        <p:tgtEl>
                                          <p:spTgt spid="1048886"/>
                                        </p:tgtEl>
                                        <p:attrNameLst>
                                          <p:attrName>style.visibility</p:attrName>
                                        </p:attrNameLst>
                                      </p:cBhvr>
                                      <p:to>
                                        <p:strVal val="visible"/>
                                      </p:to>
                                    </p:set>
                                    <p:animEffect transition="in" filter="barn(inVertical)">
                                      <p:cBhvr>
                                        <p:cTn dur="500" id="7"/>
                                        <p:tgtEl>
                                          <p:spTgt spid="1048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8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243" name=""/>
        <p:cNvGrpSpPr/>
        <p:nvPr/>
      </p:nvGrpSpPr>
      <p:grpSpPr>
        <a:xfrm>
          <a:off x="0" y="0"/>
          <a:ext cx="0" cy="0"/>
          <a:chOff x="0" y="0"/>
          <a:chExt cx="0" cy="0"/>
        </a:xfrm>
      </p:grpSpPr>
      <p:sp>
        <p:nvSpPr>
          <p:cNvPr id="1048893" name="Rectangle 11"/>
          <p:cNvSpPr>
            <a:spLocks noChangeArrowheads="1"/>
          </p:cNvSpPr>
          <p:nvPr/>
        </p:nvSpPr>
        <p:spPr bwMode="auto">
          <a:xfrm>
            <a:off x="539552" y="1059582"/>
            <a:ext cx="8215312" cy="3520441"/>
          </a:xfrm>
          <a:prstGeom prst="rect"/>
          <a:noFill/>
          <a:ln w="9525">
            <a:noFill/>
            <a:miter lim="800000"/>
          </a:ln>
        </p:spPr>
        <p:txBody>
          <a:bodyPr>
            <a:spAutoFit/>
          </a:bodyPr>
          <a:p>
            <a:pPr defTabSz="457200" eaLnBrk="0" fontAlgn="base" hangingPunct="0">
              <a:lnSpc>
                <a:spcPts val="3000"/>
              </a:lnSpc>
              <a:spcBef>
                <a:spcPct val="0"/>
              </a:spcBef>
              <a:spcAft>
                <a:spcPct val="0"/>
              </a:spcAft>
            </a:pP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1.《</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水浒传</a:t>
            </a: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的主要题材是</a:t>
            </a: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_____________________________</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a:t>
            </a:r>
            <a:endPar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endParaRPr>
          </a:p>
          <a:p>
            <a:pPr defTabSz="457200" eaLnBrk="0" fontAlgn="base" hangingPunct="0">
              <a:lnSpc>
                <a:spcPts val="3000"/>
              </a:lnSpc>
              <a:spcBef>
                <a:spcPct val="0"/>
              </a:spcBef>
              <a:spcAft>
                <a:spcPct val="0"/>
              </a:spcAft>
            </a:pP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2.《</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水浒传</a:t>
            </a: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歌颂的主要精神是</a:t>
            </a: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_________________________</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a:t>
            </a:r>
            <a:endPar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endParaRPr>
          </a:p>
          <a:p>
            <a:pPr defTabSz="457200" eaLnBrk="0" fontAlgn="base" hangingPunct="0">
              <a:lnSpc>
                <a:spcPts val="3000"/>
              </a:lnSpc>
              <a:spcBef>
                <a:spcPct val="0"/>
              </a:spcBef>
              <a:spcAft>
                <a:spcPct val="0"/>
              </a:spcAft>
            </a:pP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3.《</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水浒传</a:t>
            </a: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中三位女英雄及其绰号 ：</a:t>
            </a: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___________________</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  </a:t>
            </a:r>
            <a:b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b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   </a:t>
            </a: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____________________</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a:t>
            </a: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_____________________</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a:t>
            </a:r>
            <a:endPar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endParaRPr>
          </a:p>
          <a:p>
            <a:pPr defTabSz="457200" eaLnBrk="0" fontAlgn="base" hangingPunct="0">
              <a:lnSpc>
                <a:spcPts val="3000"/>
              </a:lnSpc>
              <a:spcBef>
                <a:spcPct val="0"/>
              </a:spcBef>
              <a:spcAft>
                <a:spcPct val="0"/>
              </a:spcAft>
            </a:pP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4.“</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大闹野猪林”涉及的主要人物有</a:t>
            </a: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_________</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和</a:t>
            </a: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_____</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a:t>
            </a:r>
            <a:endPar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endParaRPr>
          </a:p>
          <a:p>
            <a:pPr defTabSz="457200" eaLnBrk="0" fontAlgn="base" hangingPunct="0">
              <a:lnSpc>
                <a:spcPts val="3000"/>
              </a:lnSpc>
              <a:spcBef>
                <a:spcPct val="0"/>
              </a:spcBef>
              <a:spcAft>
                <a:spcPct val="0"/>
              </a:spcAft>
            </a:pP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5.</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写出有关武松的三个情节 ：</a:t>
            </a: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___________</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a:t>
            </a: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______________</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a:t>
            </a: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________________</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a:t>
            </a:r>
            <a:endPar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endParaRPr>
          </a:p>
          <a:p>
            <a:pPr defTabSz="457200" eaLnBrk="0" fontAlgn="base" hangingPunct="0">
              <a:lnSpc>
                <a:spcPts val="3000"/>
              </a:lnSpc>
              <a:spcBef>
                <a:spcPct val="0"/>
              </a:spcBef>
              <a:spcAft>
                <a:spcPct val="0"/>
              </a:spcAft>
            </a:pP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6.</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吴用的性格特点是：</a:t>
            </a:r>
            <a:r>
              <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rPr>
              <a:t>__________________________</a:t>
            </a:r>
            <a:r>
              <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rPr>
              <a:t>。（写出两点）</a:t>
            </a:r>
            <a:endParaRPr altLang="zh-CN" b="1" dirty="0" sz="2000" lang="en-US">
              <a:solidFill>
                <a:prstClr val="black"/>
              </a:solidFill>
              <a:latin typeface="楷体" panose="02010609060101010101" pitchFamily="49" charset="-122"/>
              <a:ea typeface="楷体" panose="02010609060101010101" pitchFamily="49" charset="-122"/>
              <a:cs typeface="Times New Roman" panose="02020603050405020304" charset="0"/>
            </a:endParaRPr>
          </a:p>
          <a:p>
            <a:pPr defTabSz="457200" eaLnBrk="0" fontAlgn="base" hangingPunct="0">
              <a:lnSpc>
                <a:spcPts val="3000"/>
              </a:lnSpc>
              <a:spcBef>
                <a:spcPct val="0"/>
              </a:spcBef>
              <a:spcAft>
                <a:spcPct val="0"/>
              </a:spcAft>
            </a:pPr>
            <a:endParaRPr altLang="en-US" b="1" dirty="0" sz="2000" lang="zh-CN">
              <a:solidFill>
                <a:prstClr val="black"/>
              </a:solidFill>
              <a:latin typeface="楷体" panose="02010609060101010101" pitchFamily="49" charset="-122"/>
              <a:ea typeface="楷体" panose="02010609060101010101" pitchFamily="49" charset="-122"/>
              <a:cs typeface="Times New Roman" panose="02020603050405020304" charset="0"/>
            </a:endParaRPr>
          </a:p>
        </p:txBody>
      </p:sp>
      <p:sp>
        <p:nvSpPr>
          <p:cNvPr id="1048894" name="矩形 5"/>
          <p:cNvSpPr>
            <a:spLocks noChangeArrowheads="1"/>
          </p:cNvSpPr>
          <p:nvPr/>
        </p:nvSpPr>
        <p:spPr bwMode="auto">
          <a:xfrm>
            <a:off x="3851920" y="988735"/>
            <a:ext cx="4025503" cy="459740"/>
          </a:xfrm>
          <a:prstGeom prst="rect"/>
          <a:noFill/>
          <a:ln w="9525">
            <a:noFill/>
            <a:miter lim="800000"/>
          </a:ln>
        </p:spPr>
        <p:txBody>
          <a:bodyPr wrap="square">
            <a:spAutoFit/>
          </a:bodyPr>
          <a:p>
            <a:pPr defTabSz="457200" eaLnBrk="0" fontAlgn="base" hangingPunct="0">
              <a:spcBef>
                <a:spcPct val="0"/>
              </a:spcBef>
              <a:spcAft>
                <a:spcPct val="0"/>
              </a:spcAft>
            </a:pPr>
            <a:r>
              <a:rPr altLang="en-US" b="1" dirty="0" sz="2200" lang="zh-CN">
                <a:solidFill>
                  <a:srgbClr val="FF0000"/>
                </a:solidFill>
                <a:latin typeface="楷体" panose="02010609060101010101" pitchFamily="49" charset="-122"/>
                <a:ea typeface="楷体" panose="02010609060101010101" pitchFamily="49" charset="-122"/>
              </a:rPr>
              <a:t>以描写农民起义和战争为主 </a:t>
            </a:r>
            <a:endParaRPr altLang="en-US" dirty="0" sz="2200" lang="zh-CN">
              <a:solidFill>
                <a:prstClr val="black"/>
              </a:solidFill>
              <a:latin typeface="楷体" panose="02010609060101010101" pitchFamily="49" charset="-122"/>
              <a:ea typeface="楷体" panose="02010609060101010101" pitchFamily="49" charset="-122"/>
            </a:endParaRPr>
          </a:p>
        </p:txBody>
      </p:sp>
      <p:sp>
        <p:nvSpPr>
          <p:cNvPr id="1048895" name="矩形 6"/>
          <p:cNvSpPr>
            <a:spLocks noChangeArrowheads="1"/>
          </p:cNvSpPr>
          <p:nvPr/>
        </p:nvSpPr>
        <p:spPr bwMode="auto">
          <a:xfrm>
            <a:off x="4349750" y="1420783"/>
            <a:ext cx="3750642" cy="459740"/>
          </a:xfrm>
          <a:prstGeom prst="rect"/>
          <a:noFill/>
          <a:ln w="9525">
            <a:noFill/>
            <a:miter lim="800000"/>
          </a:ln>
        </p:spPr>
        <p:txBody>
          <a:bodyPr wrap="square">
            <a:spAutoFit/>
          </a:bodyPr>
          <a:p>
            <a:pPr defTabSz="457200" eaLnBrk="0" fontAlgn="base" hangingPunct="0">
              <a:spcBef>
                <a:spcPct val="0"/>
              </a:spcBef>
              <a:spcAft>
                <a:spcPct val="0"/>
              </a:spcAft>
            </a:pPr>
            <a:r>
              <a:rPr altLang="en-US" b="1" dirty="0" sz="2200" lang="zh-CN">
                <a:solidFill>
                  <a:srgbClr val="FF0000"/>
                </a:solidFill>
                <a:latin typeface="楷体" panose="02010609060101010101" pitchFamily="49" charset="-122"/>
                <a:ea typeface="楷体" panose="02010609060101010101" pitchFamily="49" charset="-122"/>
              </a:rPr>
              <a:t>被压迫人民的反抗精神 </a:t>
            </a:r>
            <a:endParaRPr altLang="en-US" dirty="0" sz="2200" lang="zh-CN">
              <a:solidFill>
                <a:prstClr val="black"/>
              </a:solidFill>
              <a:latin typeface="楷体" panose="02010609060101010101" pitchFamily="49" charset="-122"/>
              <a:ea typeface="楷体" panose="02010609060101010101" pitchFamily="49" charset="-122"/>
            </a:endParaRPr>
          </a:p>
        </p:txBody>
      </p:sp>
      <p:sp>
        <p:nvSpPr>
          <p:cNvPr id="1048896" name="矩形 7"/>
          <p:cNvSpPr>
            <a:spLocks noChangeArrowheads="1"/>
          </p:cNvSpPr>
          <p:nvPr/>
        </p:nvSpPr>
        <p:spPr bwMode="auto">
          <a:xfrm>
            <a:off x="5165589" y="1779662"/>
            <a:ext cx="2573609" cy="459739"/>
          </a:xfrm>
          <a:prstGeom prst="rect"/>
          <a:noFill/>
          <a:ln w="9525">
            <a:noFill/>
            <a:miter lim="800000"/>
          </a:ln>
        </p:spPr>
        <p:txBody>
          <a:bodyPr wrap="square">
            <a:spAutoFit/>
          </a:bodyPr>
          <a:p>
            <a:pPr defTabSz="457200" eaLnBrk="0" fontAlgn="base" hangingPunct="0">
              <a:spcBef>
                <a:spcPct val="0"/>
              </a:spcBef>
              <a:spcAft>
                <a:spcPct val="0"/>
              </a:spcAft>
            </a:pPr>
            <a:r>
              <a:rPr altLang="en-US" b="1" dirty="0" sz="2200" lang="zh-CN">
                <a:solidFill>
                  <a:srgbClr val="FF0000"/>
                </a:solidFill>
                <a:latin typeface="楷体" panose="02010609060101010101" pitchFamily="49" charset="-122"/>
                <a:ea typeface="楷体" panose="02010609060101010101" pitchFamily="49" charset="-122"/>
              </a:rPr>
              <a:t>一丈青扈三娘 </a:t>
            </a:r>
            <a:endParaRPr altLang="en-US" dirty="0" sz="2200" lang="zh-CN">
              <a:solidFill>
                <a:prstClr val="black"/>
              </a:solidFill>
              <a:latin typeface="楷体" panose="02010609060101010101" pitchFamily="49" charset="-122"/>
              <a:ea typeface="楷体" panose="02010609060101010101" pitchFamily="49" charset="-122"/>
            </a:endParaRPr>
          </a:p>
        </p:txBody>
      </p:sp>
      <p:sp>
        <p:nvSpPr>
          <p:cNvPr id="1048897" name="矩形 8"/>
          <p:cNvSpPr>
            <a:spLocks noChangeArrowheads="1"/>
          </p:cNvSpPr>
          <p:nvPr/>
        </p:nvSpPr>
        <p:spPr bwMode="auto">
          <a:xfrm>
            <a:off x="1240606" y="2212871"/>
            <a:ext cx="2395290" cy="459739"/>
          </a:xfrm>
          <a:prstGeom prst="rect"/>
          <a:noFill/>
          <a:ln w="9525">
            <a:noFill/>
            <a:miter lim="800000"/>
          </a:ln>
        </p:spPr>
        <p:txBody>
          <a:bodyPr wrap="square">
            <a:spAutoFit/>
          </a:bodyPr>
          <a:p>
            <a:pPr defTabSz="457200" eaLnBrk="0" fontAlgn="base" hangingPunct="0">
              <a:spcBef>
                <a:spcPct val="0"/>
              </a:spcBef>
              <a:spcAft>
                <a:spcPct val="0"/>
              </a:spcAft>
            </a:pPr>
            <a:r>
              <a:rPr altLang="en-US" b="1" dirty="0" sz="2200" lang="zh-CN">
                <a:solidFill>
                  <a:srgbClr val="FF0000"/>
                </a:solidFill>
                <a:latin typeface="楷体" panose="02010609060101010101" pitchFamily="49" charset="-122"/>
                <a:ea typeface="楷体" panose="02010609060101010101" pitchFamily="49" charset="-122"/>
              </a:rPr>
              <a:t>母夜叉孙二娘 </a:t>
            </a:r>
            <a:endParaRPr altLang="en-US" dirty="0" sz="2200" lang="zh-CN">
              <a:solidFill>
                <a:prstClr val="black"/>
              </a:solidFill>
              <a:latin typeface="楷体" panose="02010609060101010101" pitchFamily="49" charset="-122"/>
              <a:ea typeface="楷体" panose="02010609060101010101" pitchFamily="49" charset="-122"/>
            </a:endParaRPr>
          </a:p>
        </p:txBody>
      </p:sp>
      <p:sp>
        <p:nvSpPr>
          <p:cNvPr id="1048898" name="矩形 9"/>
          <p:cNvSpPr>
            <a:spLocks noChangeArrowheads="1"/>
          </p:cNvSpPr>
          <p:nvPr/>
        </p:nvSpPr>
        <p:spPr bwMode="auto">
          <a:xfrm>
            <a:off x="4039865" y="2212871"/>
            <a:ext cx="2476351" cy="459739"/>
          </a:xfrm>
          <a:prstGeom prst="rect"/>
          <a:noFill/>
          <a:ln w="9525">
            <a:noFill/>
            <a:miter lim="800000"/>
          </a:ln>
        </p:spPr>
        <p:txBody>
          <a:bodyPr wrap="square">
            <a:spAutoFit/>
          </a:bodyPr>
          <a:p>
            <a:pPr defTabSz="457200" eaLnBrk="0" fontAlgn="base" hangingPunct="0">
              <a:spcBef>
                <a:spcPct val="0"/>
              </a:spcBef>
              <a:spcAft>
                <a:spcPct val="0"/>
              </a:spcAft>
            </a:pPr>
            <a:r>
              <a:rPr altLang="en-US" b="1" dirty="0" sz="2200" lang="zh-CN">
                <a:solidFill>
                  <a:srgbClr val="FF0000"/>
                </a:solidFill>
                <a:latin typeface="楷体" panose="02010609060101010101" pitchFamily="49" charset="-122"/>
                <a:ea typeface="楷体" panose="02010609060101010101" pitchFamily="49" charset="-122"/>
              </a:rPr>
              <a:t>母大虫顾大嫂 </a:t>
            </a:r>
            <a:endParaRPr altLang="en-US" dirty="0" sz="2200" lang="zh-CN">
              <a:solidFill>
                <a:prstClr val="black"/>
              </a:solidFill>
              <a:latin typeface="楷体" panose="02010609060101010101" pitchFamily="49" charset="-122"/>
              <a:ea typeface="楷体" panose="02010609060101010101" pitchFamily="49" charset="-122"/>
            </a:endParaRPr>
          </a:p>
        </p:txBody>
      </p:sp>
      <p:sp>
        <p:nvSpPr>
          <p:cNvPr id="1048899" name="矩形 10"/>
          <p:cNvSpPr>
            <a:spLocks noChangeArrowheads="1"/>
          </p:cNvSpPr>
          <p:nvPr/>
        </p:nvSpPr>
        <p:spPr bwMode="auto">
          <a:xfrm>
            <a:off x="4804023" y="2572911"/>
            <a:ext cx="1442442" cy="459739"/>
          </a:xfrm>
          <a:prstGeom prst="rect"/>
          <a:noFill/>
          <a:ln w="9525">
            <a:noFill/>
            <a:miter lim="800000"/>
          </a:ln>
        </p:spPr>
        <p:txBody>
          <a:bodyPr wrap="square">
            <a:spAutoFit/>
          </a:bodyPr>
          <a:p>
            <a:pPr defTabSz="457200" eaLnBrk="0" fontAlgn="base" hangingPunct="0">
              <a:spcBef>
                <a:spcPct val="0"/>
              </a:spcBef>
              <a:spcAft>
                <a:spcPct val="0"/>
              </a:spcAft>
            </a:pPr>
            <a:r>
              <a:rPr altLang="en-US" b="1" dirty="0" sz="2200" lang="zh-CN">
                <a:solidFill>
                  <a:srgbClr val="FF0000"/>
                </a:solidFill>
                <a:latin typeface="楷体" panose="02010609060101010101" pitchFamily="49" charset="-122"/>
                <a:ea typeface="楷体" panose="02010609060101010101" pitchFamily="49" charset="-122"/>
              </a:rPr>
              <a:t>鲁智深</a:t>
            </a:r>
            <a:endParaRPr altLang="en-US" dirty="0" sz="2200" lang="zh-CN">
              <a:solidFill>
                <a:prstClr val="black"/>
              </a:solidFill>
              <a:latin typeface="楷体" panose="02010609060101010101" pitchFamily="49" charset="-122"/>
              <a:ea typeface="楷体" panose="02010609060101010101" pitchFamily="49" charset="-122"/>
            </a:endParaRPr>
          </a:p>
        </p:txBody>
      </p:sp>
      <p:sp>
        <p:nvSpPr>
          <p:cNvPr id="1048900" name="矩形 11"/>
          <p:cNvSpPr>
            <a:spLocks noChangeArrowheads="1"/>
          </p:cNvSpPr>
          <p:nvPr/>
        </p:nvSpPr>
        <p:spPr bwMode="auto">
          <a:xfrm>
            <a:off x="6093693" y="2572911"/>
            <a:ext cx="1222523" cy="459739"/>
          </a:xfrm>
          <a:prstGeom prst="rect"/>
          <a:noFill/>
          <a:ln w="9525">
            <a:noFill/>
            <a:miter lim="800000"/>
          </a:ln>
        </p:spPr>
        <p:txBody>
          <a:bodyPr wrap="square">
            <a:spAutoFit/>
          </a:bodyPr>
          <a:p>
            <a:pPr defTabSz="457200" eaLnBrk="0" fontAlgn="base" hangingPunct="0">
              <a:spcBef>
                <a:spcPct val="0"/>
              </a:spcBef>
              <a:spcAft>
                <a:spcPct val="0"/>
              </a:spcAft>
            </a:pPr>
            <a:r>
              <a:rPr altLang="en-US" b="1" dirty="0" sz="2200" lang="zh-CN">
                <a:solidFill>
                  <a:srgbClr val="FF0000"/>
                </a:solidFill>
                <a:latin typeface="楷体" panose="02010609060101010101" pitchFamily="49" charset="-122"/>
                <a:ea typeface="楷体" panose="02010609060101010101" pitchFamily="49" charset="-122"/>
              </a:rPr>
              <a:t>林冲 </a:t>
            </a:r>
            <a:endParaRPr altLang="en-US" dirty="0" sz="2200" lang="zh-CN">
              <a:solidFill>
                <a:prstClr val="black"/>
              </a:solidFill>
              <a:latin typeface="楷体" panose="02010609060101010101" pitchFamily="49" charset="-122"/>
              <a:ea typeface="楷体" panose="02010609060101010101" pitchFamily="49" charset="-122"/>
            </a:endParaRPr>
          </a:p>
        </p:txBody>
      </p:sp>
      <p:sp>
        <p:nvSpPr>
          <p:cNvPr id="1048901" name="矩形 12"/>
          <p:cNvSpPr>
            <a:spLocks noChangeArrowheads="1"/>
          </p:cNvSpPr>
          <p:nvPr/>
        </p:nvSpPr>
        <p:spPr bwMode="auto">
          <a:xfrm>
            <a:off x="4071367" y="2963728"/>
            <a:ext cx="1724769" cy="434339"/>
          </a:xfrm>
          <a:prstGeom prst="rect"/>
          <a:noFill/>
          <a:ln w="9525">
            <a:noFill/>
            <a:miter lim="800000"/>
          </a:ln>
        </p:spPr>
        <p:txBody>
          <a:bodyPr wrap="square">
            <a:spAutoFit/>
          </a:bodyPr>
          <a:p>
            <a:pPr defTabSz="457200" eaLnBrk="0" fontAlgn="base" hangingPunct="0">
              <a:spcBef>
                <a:spcPct val="0"/>
              </a:spcBef>
              <a:spcAft>
                <a:spcPct val="0"/>
              </a:spcAft>
            </a:pPr>
            <a:r>
              <a:rPr altLang="en-US" b="1" dirty="0" sz="2000" lang="zh-CN">
                <a:solidFill>
                  <a:srgbClr val="FF0000"/>
                </a:solidFill>
                <a:latin typeface="楷体" panose="02010609060101010101" pitchFamily="49" charset="-122"/>
                <a:ea typeface="楷体" panose="02010609060101010101" pitchFamily="49" charset="-122"/>
              </a:rPr>
              <a:t>景阳冈打虎</a:t>
            </a:r>
            <a:endParaRPr altLang="en-US" dirty="0" sz="2000" lang="zh-CN">
              <a:solidFill>
                <a:prstClr val="black"/>
              </a:solidFill>
              <a:latin typeface="楷体" panose="02010609060101010101" pitchFamily="49" charset="-122"/>
              <a:ea typeface="楷体" panose="02010609060101010101" pitchFamily="49" charset="-122"/>
            </a:endParaRPr>
          </a:p>
        </p:txBody>
      </p:sp>
      <p:sp>
        <p:nvSpPr>
          <p:cNvPr id="1048902" name="矩形 13"/>
          <p:cNvSpPr>
            <a:spLocks noChangeArrowheads="1"/>
          </p:cNvSpPr>
          <p:nvPr/>
        </p:nvSpPr>
        <p:spPr bwMode="auto">
          <a:xfrm>
            <a:off x="5896643" y="2963728"/>
            <a:ext cx="1980779" cy="434339"/>
          </a:xfrm>
          <a:prstGeom prst="rect"/>
          <a:noFill/>
          <a:ln w="9525">
            <a:noFill/>
            <a:miter lim="800000"/>
          </a:ln>
        </p:spPr>
        <p:txBody>
          <a:bodyPr wrap="square">
            <a:spAutoFit/>
          </a:bodyPr>
          <a:p>
            <a:pPr defTabSz="457200" eaLnBrk="0" fontAlgn="base" hangingPunct="0">
              <a:spcBef>
                <a:spcPct val="0"/>
              </a:spcBef>
              <a:spcAft>
                <a:spcPct val="0"/>
              </a:spcAft>
            </a:pPr>
            <a:r>
              <a:rPr altLang="en-US" b="1" dirty="0" sz="2000" lang="zh-CN">
                <a:solidFill>
                  <a:srgbClr val="FF0000"/>
                </a:solidFill>
                <a:latin typeface="楷体" panose="02010609060101010101" pitchFamily="49" charset="-122"/>
                <a:ea typeface="楷体" panose="02010609060101010101" pitchFamily="49" charset="-122"/>
              </a:rPr>
              <a:t>醉打蒋门神</a:t>
            </a:r>
            <a:endParaRPr altLang="en-US" dirty="0" sz="2000" lang="zh-CN">
              <a:solidFill>
                <a:prstClr val="black"/>
              </a:solidFill>
              <a:latin typeface="楷体" panose="02010609060101010101" pitchFamily="49" charset="-122"/>
              <a:ea typeface="楷体" panose="02010609060101010101" pitchFamily="49" charset="-122"/>
            </a:endParaRPr>
          </a:p>
        </p:txBody>
      </p:sp>
      <p:sp>
        <p:nvSpPr>
          <p:cNvPr id="1048903" name="矩形 14"/>
          <p:cNvSpPr>
            <a:spLocks noChangeArrowheads="1"/>
          </p:cNvSpPr>
          <p:nvPr/>
        </p:nvSpPr>
        <p:spPr bwMode="auto">
          <a:xfrm>
            <a:off x="872381" y="3363838"/>
            <a:ext cx="2115443" cy="434339"/>
          </a:xfrm>
          <a:prstGeom prst="rect"/>
          <a:noFill/>
          <a:ln w="9525">
            <a:noFill/>
            <a:miter lim="800000"/>
          </a:ln>
        </p:spPr>
        <p:txBody>
          <a:bodyPr wrap="square">
            <a:spAutoFit/>
          </a:bodyPr>
          <a:p>
            <a:pPr defTabSz="457200" eaLnBrk="0" fontAlgn="base" hangingPunct="0">
              <a:spcBef>
                <a:spcPct val="0"/>
              </a:spcBef>
              <a:spcAft>
                <a:spcPct val="0"/>
              </a:spcAft>
            </a:pPr>
            <a:r>
              <a:rPr altLang="en-US" b="1" dirty="0" sz="2000" lang="zh-CN">
                <a:solidFill>
                  <a:srgbClr val="FF0000"/>
                </a:solidFill>
                <a:latin typeface="楷体" panose="02010609060101010101" pitchFamily="49" charset="-122"/>
                <a:ea typeface="楷体" panose="02010609060101010101" pitchFamily="49" charset="-122"/>
              </a:rPr>
              <a:t>血溅鸳鸯楼 </a:t>
            </a:r>
            <a:endParaRPr altLang="en-US" dirty="0" sz="2000" lang="zh-CN">
              <a:solidFill>
                <a:prstClr val="black"/>
              </a:solidFill>
              <a:latin typeface="楷体" panose="02010609060101010101" pitchFamily="49" charset="-122"/>
              <a:ea typeface="楷体" panose="02010609060101010101" pitchFamily="49" charset="-122"/>
            </a:endParaRPr>
          </a:p>
        </p:txBody>
      </p:sp>
      <p:sp>
        <p:nvSpPr>
          <p:cNvPr id="1048904" name="矩形 15"/>
          <p:cNvSpPr>
            <a:spLocks noChangeArrowheads="1"/>
          </p:cNvSpPr>
          <p:nvPr/>
        </p:nvSpPr>
        <p:spPr bwMode="auto">
          <a:xfrm>
            <a:off x="3428528" y="3723878"/>
            <a:ext cx="3087688" cy="434340"/>
          </a:xfrm>
          <a:prstGeom prst="rect"/>
          <a:noFill/>
          <a:ln w="9525">
            <a:noFill/>
            <a:miter lim="800000"/>
          </a:ln>
        </p:spPr>
        <p:txBody>
          <a:bodyPr wrap="square">
            <a:spAutoFit/>
          </a:bodyPr>
          <a:p>
            <a:pPr defTabSz="457200" eaLnBrk="0" fontAlgn="base" hangingPunct="0">
              <a:spcBef>
                <a:spcPct val="0"/>
              </a:spcBef>
              <a:spcAft>
                <a:spcPct val="0"/>
              </a:spcAft>
            </a:pPr>
            <a:r>
              <a:rPr altLang="en-US" b="1" dirty="0" sz="2000" lang="zh-CN">
                <a:solidFill>
                  <a:srgbClr val="FF0000"/>
                </a:solidFill>
                <a:latin typeface="楷体" panose="02010609060101010101" pitchFamily="49" charset="-122"/>
                <a:ea typeface="楷体" panose="02010609060101010101" pitchFamily="49" charset="-122"/>
              </a:rPr>
              <a:t>沉着冷静、足智多谋 </a:t>
            </a:r>
            <a:endParaRPr altLang="en-US" dirty="0" sz="2000" lang="zh-CN">
              <a:solidFill>
                <a:prstClr val="black"/>
              </a:solidFill>
              <a:latin typeface="楷体" panose="02010609060101010101" pitchFamily="49" charset="-122"/>
              <a:ea typeface="楷体" panose="02010609060101010101" pitchFamily="49" charset="-122"/>
            </a:endParaRPr>
          </a:p>
        </p:txBody>
      </p:sp>
      <p:grpSp>
        <p:nvGrpSpPr>
          <p:cNvPr id="244" name="组合 15"/>
          <p:cNvGrpSpPr/>
          <p:nvPr/>
        </p:nvGrpSpPr>
        <p:grpSpPr bwMode="auto">
          <a:xfrm>
            <a:off x="34925" y="-20638"/>
            <a:ext cx="2008188" cy="561386"/>
            <a:chOff x="70" y="-63"/>
            <a:chExt cx="3161" cy="883"/>
          </a:xfrm>
        </p:grpSpPr>
        <p:sp>
          <p:nvSpPr>
            <p:cNvPr id="1048905" name="文本框 6"/>
            <p:cNvSpPr txBox="1">
              <a:spLocks noChangeArrowheads="1"/>
            </p:cNvSpPr>
            <p:nvPr/>
          </p:nvSpPr>
          <p:spPr bwMode="auto">
            <a:xfrm>
              <a:off x="678" y="-63"/>
              <a:ext cx="2527"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dirty="0" sz="2800" kumimoji="1" lang="zh-CN">
                  <a:solidFill>
                    <a:prstClr val="black"/>
                  </a:solidFill>
                  <a:latin typeface="黑体" panose="02010609060101010101" pitchFamily="49" charset="-122"/>
                  <a:ea typeface="黑体" panose="02010609060101010101" pitchFamily="49" charset="-122"/>
                </a:rPr>
                <a:t>课堂检测</a:t>
              </a:r>
            </a:p>
          </p:txBody>
        </p:sp>
        <p:cxnSp>
          <p:nvCxnSpPr>
            <p:cNvPr id="3145766" name="直线连接符 9"/>
            <p:cNvCxnSpPr>
              <a:cxnSpLocks/>
            </p:cNvCxnSpPr>
            <p:nvPr/>
          </p:nvCxnSpPr>
          <p:spPr>
            <a:xfrm>
              <a:off x="70" y="701"/>
              <a:ext cx="316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906" name="菱形 19"/>
            <p:cNvSpPr/>
            <p:nvPr/>
          </p:nvSpPr>
          <p:spPr>
            <a:xfrm>
              <a:off x="125" y="149"/>
              <a:ext cx="552"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
        <p:nvSpPr>
          <p:cNvPr id="1048907" name="矩形 1"/>
          <p:cNvSpPr/>
          <p:nvPr/>
        </p:nvSpPr>
        <p:spPr>
          <a:xfrm>
            <a:off x="430713" y="508001"/>
            <a:ext cx="2100580" cy="472440"/>
          </a:xfrm>
          <a:prstGeom prst="rect"/>
        </p:spPr>
        <p:txBody>
          <a:bodyPr wrap="none">
            <a:spAutoFit/>
          </a:bodyPr>
          <a:p>
            <a:pPr defTabSz="457200" eaLnBrk="0" fontAlgn="base" hangingPunct="0">
              <a:lnSpc>
                <a:spcPts val="3000"/>
              </a:lnSpc>
              <a:spcBef>
                <a:spcPct val="0"/>
              </a:spcBef>
              <a:spcAft>
                <a:spcPct val="0"/>
              </a:spcAft>
            </a:pPr>
            <a:r>
              <a:rPr altLang="en-US" b="1" dirty="0" sz="2400" lang="zh-CN">
                <a:solidFill>
                  <a:prstClr val="black"/>
                </a:solidFill>
                <a:latin typeface="宋体" panose="02010600030101010101" pitchFamily="2" charset="-122"/>
                <a:ea typeface="宋体" panose="02010600030101010101" pitchFamily="2" charset="-122"/>
                <a:cs typeface="Times New Roman" panose="02020603050405020304" charset="0"/>
              </a:rPr>
              <a:t>一、填空题。 </a:t>
            </a:r>
            <a:endParaRPr altLang="zh-CN" b="1" dirty="0" sz="2400" lang="en-US">
              <a:solidFill>
                <a:prstClr val="black"/>
              </a:solidFill>
              <a:latin typeface="宋体" panose="02010600030101010101" pitchFamily="2" charset="-122"/>
              <a:ea typeface="宋体" panose="02010600030101010101" pitchFamily="2" charset="-122"/>
              <a:cs typeface="Times New Roman" panose="02020603050405020304" charset="0"/>
            </a:endParaRPr>
          </a:p>
        </p:txBody>
      </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894"/>
                                        </p:tgtEl>
                                        <p:attrNameLst>
                                          <p:attrName>style.visibility</p:attrName>
                                        </p:attrNameLst>
                                      </p:cBhvr>
                                      <p:to>
                                        <p:strVal val="visible"/>
                                      </p:to>
                                    </p:set>
                                    <p:anim calcmode="lin" valueType="num">
                                      <p:cBhvr additive="base">
                                        <p:cTn dur="500" fill="hold" id="7"/>
                                        <p:tgtEl>
                                          <p:spTgt spid="1048894"/>
                                        </p:tgtEl>
                                        <p:attrNameLst>
                                          <p:attrName>ppt_x</p:attrName>
                                        </p:attrNameLst>
                                      </p:cBhvr>
                                      <p:tavLst>
                                        <p:tav tm="0">
                                          <p:val>
                                            <p:strVal val="#ppt_x"/>
                                          </p:val>
                                        </p:tav>
                                        <p:tav tm="100000">
                                          <p:val>
                                            <p:strVal val="#ppt_x"/>
                                          </p:val>
                                        </p:tav>
                                      </p:tavLst>
                                    </p:anim>
                                    <p:anim calcmode="lin" valueType="num">
                                      <p:cBhvr additive="base">
                                        <p:cTn dur="500" fill="hold" id="8"/>
                                        <p:tgtEl>
                                          <p:spTgt spid="1048894"/>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2" presetSubtype="4">
                                  <p:stCondLst>
                                    <p:cond delay="0"/>
                                  </p:stCondLst>
                                  <p:childTnLst>
                                    <p:set>
                                      <p:cBhvr>
                                        <p:cTn dur="1" fill="hold" id="12">
                                          <p:stCondLst>
                                            <p:cond delay="0"/>
                                          </p:stCondLst>
                                        </p:cTn>
                                        <p:tgtEl>
                                          <p:spTgt spid="1048895"/>
                                        </p:tgtEl>
                                        <p:attrNameLst>
                                          <p:attrName>style.visibility</p:attrName>
                                        </p:attrNameLst>
                                      </p:cBhvr>
                                      <p:to>
                                        <p:strVal val="visible"/>
                                      </p:to>
                                    </p:set>
                                    <p:anim calcmode="lin" valueType="num">
                                      <p:cBhvr additive="base">
                                        <p:cTn dur="500" fill="hold" id="13"/>
                                        <p:tgtEl>
                                          <p:spTgt spid="1048895"/>
                                        </p:tgtEl>
                                        <p:attrNameLst>
                                          <p:attrName>ppt_x</p:attrName>
                                        </p:attrNameLst>
                                      </p:cBhvr>
                                      <p:tavLst>
                                        <p:tav tm="0">
                                          <p:val>
                                            <p:strVal val="#ppt_x"/>
                                          </p:val>
                                        </p:tav>
                                        <p:tav tm="100000">
                                          <p:val>
                                            <p:strVal val="#ppt_x"/>
                                          </p:val>
                                        </p:tav>
                                      </p:tavLst>
                                    </p:anim>
                                    <p:anim calcmode="lin" valueType="num">
                                      <p:cBhvr additive="base">
                                        <p:cTn dur="500" fill="hold" id="14"/>
                                        <p:tgtEl>
                                          <p:spTgt spid="1048895"/>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2" presetSubtype="4">
                                  <p:stCondLst>
                                    <p:cond delay="0"/>
                                  </p:stCondLst>
                                  <p:childTnLst>
                                    <p:set>
                                      <p:cBhvr>
                                        <p:cTn dur="1" fill="hold" id="18">
                                          <p:stCondLst>
                                            <p:cond delay="0"/>
                                          </p:stCondLst>
                                        </p:cTn>
                                        <p:tgtEl>
                                          <p:spTgt spid="1048896"/>
                                        </p:tgtEl>
                                        <p:attrNameLst>
                                          <p:attrName>style.visibility</p:attrName>
                                        </p:attrNameLst>
                                      </p:cBhvr>
                                      <p:to>
                                        <p:strVal val="visible"/>
                                      </p:to>
                                    </p:set>
                                    <p:anim calcmode="lin" valueType="num">
                                      <p:cBhvr additive="base">
                                        <p:cTn dur="500" fill="hold" id="19"/>
                                        <p:tgtEl>
                                          <p:spTgt spid="1048896"/>
                                        </p:tgtEl>
                                        <p:attrNameLst>
                                          <p:attrName>ppt_x</p:attrName>
                                        </p:attrNameLst>
                                      </p:cBhvr>
                                      <p:tavLst>
                                        <p:tav tm="0">
                                          <p:val>
                                            <p:strVal val="#ppt_x"/>
                                          </p:val>
                                        </p:tav>
                                        <p:tav tm="100000">
                                          <p:val>
                                            <p:strVal val="#ppt_x"/>
                                          </p:val>
                                        </p:tav>
                                      </p:tavLst>
                                    </p:anim>
                                    <p:anim calcmode="lin" valueType="num">
                                      <p:cBhvr additive="base">
                                        <p:cTn dur="500" fill="hold" id="20"/>
                                        <p:tgtEl>
                                          <p:spTgt spid="1048896"/>
                                        </p:tgtEl>
                                        <p:attrNameLst>
                                          <p:attrName>ppt_y</p:attrName>
                                        </p:attrNameLst>
                                      </p:cBhvr>
                                      <p:tavLst>
                                        <p:tav tm="0">
                                          <p:val>
                                            <p:strVal val="1+#ppt_h/2"/>
                                          </p:val>
                                        </p:tav>
                                        <p:tav tm="100000">
                                          <p:val>
                                            <p:strVal val="#ppt_y"/>
                                          </p:val>
                                        </p:tav>
                                      </p:tavLst>
                                    </p:anim>
                                  </p:childTnLst>
                                </p:cTn>
                              </p:par>
                            </p:childTnLst>
                          </p:cTn>
                        </p:par>
                      </p:childTnLst>
                    </p:cTn>
                  </p:par>
                  <p:par>
                    <p:cTn fill="hold" id="21">
                      <p:stCondLst>
                        <p:cond delay="indefinite"/>
                      </p:stCondLst>
                      <p:childTnLst>
                        <p:par>
                          <p:cTn fill="hold" id="22">
                            <p:stCondLst>
                              <p:cond delay="0"/>
                            </p:stCondLst>
                            <p:childTnLst>
                              <p:par>
                                <p:cTn fill="hold" grpId="0" id="23" nodeType="clickEffect" presetClass="entr" presetID="2" presetSubtype="4">
                                  <p:stCondLst>
                                    <p:cond delay="0"/>
                                  </p:stCondLst>
                                  <p:childTnLst>
                                    <p:set>
                                      <p:cBhvr>
                                        <p:cTn dur="1" fill="hold" id="24">
                                          <p:stCondLst>
                                            <p:cond delay="0"/>
                                          </p:stCondLst>
                                        </p:cTn>
                                        <p:tgtEl>
                                          <p:spTgt spid="1048897"/>
                                        </p:tgtEl>
                                        <p:attrNameLst>
                                          <p:attrName>style.visibility</p:attrName>
                                        </p:attrNameLst>
                                      </p:cBhvr>
                                      <p:to>
                                        <p:strVal val="visible"/>
                                      </p:to>
                                    </p:set>
                                    <p:anim calcmode="lin" valueType="num">
                                      <p:cBhvr additive="base">
                                        <p:cTn dur="500" fill="hold" id="25"/>
                                        <p:tgtEl>
                                          <p:spTgt spid="1048897"/>
                                        </p:tgtEl>
                                        <p:attrNameLst>
                                          <p:attrName>ppt_x</p:attrName>
                                        </p:attrNameLst>
                                      </p:cBhvr>
                                      <p:tavLst>
                                        <p:tav tm="0">
                                          <p:val>
                                            <p:strVal val="#ppt_x"/>
                                          </p:val>
                                        </p:tav>
                                        <p:tav tm="100000">
                                          <p:val>
                                            <p:strVal val="#ppt_x"/>
                                          </p:val>
                                        </p:tav>
                                      </p:tavLst>
                                    </p:anim>
                                    <p:anim calcmode="lin" valueType="num">
                                      <p:cBhvr additive="base">
                                        <p:cTn dur="500" fill="hold" id="26"/>
                                        <p:tgtEl>
                                          <p:spTgt spid="1048897"/>
                                        </p:tgtEl>
                                        <p:attrNameLst>
                                          <p:attrName>ppt_y</p:attrName>
                                        </p:attrNameLst>
                                      </p:cBhvr>
                                      <p:tavLst>
                                        <p:tav tm="0">
                                          <p:val>
                                            <p:strVal val="1+#ppt_h/2"/>
                                          </p:val>
                                        </p:tav>
                                        <p:tav tm="100000">
                                          <p:val>
                                            <p:strVal val="#ppt_y"/>
                                          </p:val>
                                        </p:tav>
                                      </p:tavLst>
                                    </p:anim>
                                  </p:childTnLst>
                                </p:cTn>
                              </p:par>
                            </p:childTnLst>
                          </p:cTn>
                        </p:par>
                      </p:childTnLst>
                    </p:cTn>
                  </p:par>
                  <p:par>
                    <p:cTn fill="hold" id="27">
                      <p:stCondLst>
                        <p:cond delay="indefinite"/>
                      </p:stCondLst>
                      <p:childTnLst>
                        <p:par>
                          <p:cTn fill="hold" id="28">
                            <p:stCondLst>
                              <p:cond delay="0"/>
                            </p:stCondLst>
                            <p:childTnLst>
                              <p:par>
                                <p:cTn fill="hold" grpId="0" id="29" nodeType="clickEffect" presetClass="entr" presetID="2" presetSubtype="4">
                                  <p:stCondLst>
                                    <p:cond delay="0"/>
                                  </p:stCondLst>
                                  <p:childTnLst>
                                    <p:set>
                                      <p:cBhvr>
                                        <p:cTn dur="1" fill="hold" id="30">
                                          <p:stCondLst>
                                            <p:cond delay="0"/>
                                          </p:stCondLst>
                                        </p:cTn>
                                        <p:tgtEl>
                                          <p:spTgt spid="1048898"/>
                                        </p:tgtEl>
                                        <p:attrNameLst>
                                          <p:attrName>style.visibility</p:attrName>
                                        </p:attrNameLst>
                                      </p:cBhvr>
                                      <p:to>
                                        <p:strVal val="visible"/>
                                      </p:to>
                                    </p:set>
                                    <p:anim calcmode="lin" valueType="num">
                                      <p:cBhvr additive="base">
                                        <p:cTn dur="500" fill="hold" id="31"/>
                                        <p:tgtEl>
                                          <p:spTgt spid="1048898"/>
                                        </p:tgtEl>
                                        <p:attrNameLst>
                                          <p:attrName>ppt_x</p:attrName>
                                        </p:attrNameLst>
                                      </p:cBhvr>
                                      <p:tavLst>
                                        <p:tav tm="0">
                                          <p:val>
                                            <p:strVal val="#ppt_x"/>
                                          </p:val>
                                        </p:tav>
                                        <p:tav tm="100000">
                                          <p:val>
                                            <p:strVal val="#ppt_x"/>
                                          </p:val>
                                        </p:tav>
                                      </p:tavLst>
                                    </p:anim>
                                    <p:anim calcmode="lin" valueType="num">
                                      <p:cBhvr additive="base">
                                        <p:cTn dur="500" fill="hold" id="32"/>
                                        <p:tgtEl>
                                          <p:spTgt spid="1048898"/>
                                        </p:tgtEl>
                                        <p:attrNameLst>
                                          <p:attrName>ppt_y</p:attrName>
                                        </p:attrNameLst>
                                      </p:cBhvr>
                                      <p:tavLst>
                                        <p:tav tm="0">
                                          <p:val>
                                            <p:strVal val="1+#ppt_h/2"/>
                                          </p:val>
                                        </p:tav>
                                        <p:tav tm="100000">
                                          <p:val>
                                            <p:strVal val="#ppt_y"/>
                                          </p:val>
                                        </p:tav>
                                      </p:tavLst>
                                    </p:anim>
                                  </p:childTnLst>
                                </p:cTn>
                              </p:par>
                            </p:childTnLst>
                          </p:cTn>
                        </p:par>
                      </p:childTnLst>
                    </p:cTn>
                  </p:par>
                  <p:par>
                    <p:cTn fill="hold" id="33">
                      <p:stCondLst>
                        <p:cond delay="indefinite"/>
                      </p:stCondLst>
                      <p:childTnLst>
                        <p:par>
                          <p:cTn fill="hold" id="34">
                            <p:stCondLst>
                              <p:cond delay="0"/>
                            </p:stCondLst>
                            <p:childTnLst>
                              <p:par>
                                <p:cTn fill="hold" grpId="0" id="35" nodeType="clickEffect" presetClass="entr" presetID="2" presetSubtype="4">
                                  <p:stCondLst>
                                    <p:cond delay="0"/>
                                  </p:stCondLst>
                                  <p:childTnLst>
                                    <p:set>
                                      <p:cBhvr>
                                        <p:cTn dur="1" fill="hold" id="36">
                                          <p:stCondLst>
                                            <p:cond delay="0"/>
                                          </p:stCondLst>
                                        </p:cTn>
                                        <p:tgtEl>
                                          <p:spTgt spid="1048899"/>
                                        </p:tgtEl>
                                        <p:attrNameLst>
                                          <p:attrName>style.visibility</p:attrName>
                                        </p:attrNameLst>
                                      </p:cBhvr>
                                      <p:to>
                                        <p:strVal val="visible"/>
                                      </p:to>
                                    </p:set>
                                    <p:anim calcmode="lin" valueType="num">
                                      <p:cBhvr additive="base">
                                        <p:cTn dur="500" fill="hold" id="37"/>
                                        <p:tgtEl>
                                          <p:spTgt spid="1048899"/>
                                        </p:tgtEl>
                                        <p:attrNameLst>
                                          <p:attrName>ppt_x</p:attrName>
                                        </p:attrNameLst>
                                      </p:cBhvr>
                                      <p:tavLst>
                                        <p:tav tm="0">
                                          <p:val>
                                            <p:strVal val="#ppt_x"/>
                                          </p:val>
                                        </p:tav>
                                        <p:tav tm="100000">
                                          <p:val>
                                            <p:strVal val="#ppt_x"/>
                                          </p:val>
                                        </p:tav>
                                      </p:tavLst>
                                    </p:anim>
                                    <p:anim calcmode="lin" valueType="num">
                                      <p:cBhvr additive="base">
                                        <p:cTn dur="500" fill="hold" id="38"/>
                                        <p:tgtEl>
                                          <p:spTgt spid="1048899"/>
                                        </p:tgtEl>
                                        <p:attrNameLst>
                                          <p:attrName>ppt_y</p:attrName>
                                        </p:attrNameLst>
                                      </p:cBhvr>
                                      <p:tavLst>
                                        <p:tav tm="0">
                                          <p:val>
                                            <p:strVal val="1+#ppt_h/2"/>
                                          </p:val>
                                        </p:tav>
                                        <p:tav tm="100000">
                                          <p:val>
                                            <p:strVal val="#ppt_y"/>
                                          </p:val>
                                        </p:tav>
                                      </p:tavLst>
                                    </p:anim>
                                  </p:childTnLst>
                                </p:cTn>
                              </p:par>
                            </p:childTnLst>
                          </p:cTn>
                        </p:par>
                      </p:childTnLst>
                    </p:cTn>
                  </p:par>
                  <p:par>
                    <p:cTn fill="hold" id="39">
                      <p:stCondLst>
                        <p:cond delay="indefinite"/>
                      </p:stCondLst>
                      <p:childTnLst>
                        <p:par>
                          <p:cTn fill="hold" id="40">
                            <p:stCondLst>
                              <p:cond delay="0"/>
                            </p:stCondLst>
                            <p:childTnLst>
                              <p:par>
                                <p:cTn fill="hold" grpId="0" id="41" nodeType="clickEffect" presetClass="entr" presetID="2" presetSubtype="4">
                                  <p:stCondLst>
                                    <p:cond delay="0"/>
                                  </p:stCondLst>
                                  <p:childTnLst>
                                    <p:set>
                                      <p:cBhvr>
                                        <p:cTn dur="1" fill="hold" id="42">
                                          <p:stCondLst>
                                            <p:cond delay="0"/>
                                          </p:stCondLst>
                                        </p:cTn>
                                        <p:tgtEl>
                                          <p:spTgt spid="1048900"/>
                                        </p:tgtEl>
                                        <p:attrNameLst>
                                          <p:attrName>style.visibility</p:attrName>
                                        </p:attrNameLst>
                                      </p:cBhvr>
                                      <p:to>
                                        <p:strVal val="visible"/>
                                      </p:to>
                                    </p:set>
                                    <p:anim calcmode="lin" valueType="num">
                                      <p:cBhvr additive="base">
                                        <p:cTn dur="500" fill="hold" id="43"/>
                                        <p:tgtEl>
                                          <p:spTgt spid="1048900"/>
                                        </p:tgtEl>
                                        <p:attrNameLst>
                                          <p:attrName>ppt_x</p:attrName>
                                        </p:attrNameLst>
                                      </p:cBhvr>
                                      <p:tavLst>
                                        <p:tav tm="0">
                                          <p:val>
                                            <p:strVal val="#ppt_x"/>
                                          </p:val>
                                        </p:tav>
                                        <p:tav tm="100000">
                                          <p:val>
                                            <p:strVal val="#ppt_x"/>
                                          </p:val>
                                        </p:tav>
                                      </p:tavLst>
                                    </p:anim>
                                    <p:anim calcmode="lin" valueType="num">
                                      <p:cBhvr additive="base">
                                        <p:cTn dur="500" fill="hold" id="44"/>
                                        <p:tgtEl>
                                          <p:spTgt spid="1048900"/>
                                        </p:tgtEl>
                                        <p:attrNameLst>
                                          <p:attrName>ppt_y</p:attrName>
                                        </p:attrNameLst>
                                      </p:cBhvr>
                                      <p:tavLst>
                                        <p:tav tm="0">
                                          <p:val>
                                            <p:strVal val="1+#ppt_h/2"/>
                                          </p:val>
                                        </p:tav>
                                        <p:tav tm="100000">
                                          <p:val>
                                            <p:strVal val="#ppt_y"/>
                                          </p:val>
                                        </p:tav>
                                      </p:tavLst>
                                    </p:anim>
                                  </p:childTnLst>
                                </p:cTn>
                              </p:par>
                            </p:childTnLst>
                          </p:cTn>
                        </p:par>
                      </p:childTnLst>
                    </p:cTn>
                  </p:par>
                  <p:par>
                    <p:cTn fill="hold" id="45">
                      <p:stCondLst>
                        <p:cond delay="indefinite"/>
                      </p:stCondLst>
                      <p:childTnLst>
                        <p:par>
                          <p:cTn fill="hold" id="46">
                            <p:stCondLst>
                              <p:cond delay="0"/>
                            </p:stCondLst>
                            <p:childTnLst>
                              <p:par>
                                <p:cTn fill="hold" grpId="0" id="47" nodeType="clickEffect" presetClass="entr" presetID="2" presetSubtype="4">
                                  <p:stCondLst>
                                    <p:cond delay="0"/>
                                  </p:stCondLst>
                                  <p:childTnLst>
                                    <p:set>
                                      <p:cBhvr>
                                        <p:cTn dur="1" fill="hold" id="48">
                                          <p:stCondLst>
                                            <p:cond delay="0"/>
                                          </p:stCondLst>
                                        </p:cTn>
                                        <p:tgtEl>
                                          <p:spTgt spid="1048901"/>
                                        </p:tgtEl>
                                        <p:attrNameLst>
                                          <p:attrName>style.visibility</p:attrName>
                                        </p:attrNameLst>
                                      </p:cBhvr>
                                      <p:to>
                                        <p:strVal val="visible"/>
                                      </p:to>
                                    </p:set>
                                    <p:anim calcmode="lin" valueType="num">
                                      <p:cBhvr additive="base">
                                        <p:cTn dur="500" fill="hold" id="49"/>
                                        <p:tgtEl>
                                          <p:spTgt spid="1048901"/>
                                        </p:tgtEl>
                                        <p:attrNameLst>
                                          <p:attrName>ppt_x</p:attrName>
                                        </p:attrNameLst>
                                      </p:cBhvr>
                                      <p:tavLst>
                                        <p:tav tm="0">
                                          <p:val>
                                            <p:strVal val="#ppt_x"/>
                                          </p:val>
                                        </p:tav>
                                        <p:tav tm="100000">
                                          <p:val>
                                            <p:strVal val="#ppt_x"/>
                                          </p:val>
                                        </p:tav>
                                      </p:tavLst>
                                    </p:anim>
                                    <p:anim calcmode="lin" valueType="num">
                                      <p:cBhvr additive="base">
                                        <p:cTn dur="500" fill="hold" id="50"/>
                                        <p:tgtEl>
                                          <p:spTgt spid="1048901"/>
                                        </p:tgtEl>
                                        <p:attrNameLst>
                                          <p:attrName>ppt_y</p:attrName>
                                        </p:attrNameLst>
                                      </p:cBhvr>
                                      <p:tavLst>
                                        <p:tav tm="0">
                                          <p:val>
                                            <p:strVal val="1+#ppt_h/2"/>
                                          </p:val>
                                        </p:tav>
                                        <p:tav tm="100000">
                                          <p:val>
                                            <p:strVal val="#ppt_y"/>
                                          </p:val>
                                        </p:tav>
                                      </p:tavLst>
                                    </p:anim>
                                  </p:childTnLst>
                                </p:cTn>
                              </p:par>
                            </p:childTnLst>
                          </p:cTn>
                        </p:par>
                      </p:childTnLst>
                    </p:cTn>
                  </p:par>
                  <p:par>
                    <p:cTn fill="hold" id="51">
                      <p:stCondLst>
                        <p:cond delay="indefinite"/>
                      </p:stCondLst>
                      <p:childTnLst>
                        <p:par>
                          <p:cTn fill="hold" id="52">
                            <p:stCondLst>
                              <p:cond delay="0"/>
                            </p:stCondLst>
                            <p:childTnLst>
                              <p:par>
                                <p:cTn fill="hold" grpId="0" id="53" nodeType="clickEffect" presetClass="entr" presetID="2" presetSubtype="4">
                                  <p:stCondLst>
                                    <p:cond delay="0"/>
                                  </p:stCondLst>
                                  <p:childTnLst>
                                    <p:set>
                                      <p:cBhvr>
                                        <p:cTn dur="1" fill="hold" id="54">
                                          <p:stCondLst>
                                            <p:cond delay="0"/>
                                          </p:stCondLst>
                                        </p:cTn>
                                        <p:tgtEl>
                                          <p:spTgt spid="1048902"/>
                                        </p:tgtEl>
                                        <p:attrNameLst>
                                          <p:attrName>style.visibility</p:attrName>
                                        </p:attrNameLst>
                                      </p:cBhvr>
                                      <p:to>
                                        <p:strVal val="visible"/>
                                      </p:to>
                                    </p:set>
                                    <p:anim calcmode="lin" valueType="num">
                                      <p:cBhvr additive="base">
                                        <p:cTn dur="500" fill="hold" id="55"/>
                                        <p:tgtEl>
                                          <p:spTgt spid="1048902"/>
                                        </p:tgtEl>
                                        <p:attrNameLst>
                                          <p:attrName>ppt_x</p:attrName>
                                        </p:attrNameLst>
                                      </p:cBhvr>
                                      <p:tavLst>
                                        <p:tav tm="0">
                                          <p:val>
                                            <p:strVal val="#ppt_x"/>
                                          </p:val>
                                        </p:tav>
                                        <p:tav tm="100000">
                                          <p:val>
                                            <p:strVal val="#ppt_x"/>
                                          </p:val>
                                        </p:tav>
                                      </p:tavLst>
                                    </p:anim>
                                    <p:anim calcmode="lin" valueType="num">
                                      <p:cBhvr additive="base">
                                        <p:cTn dur="500" fill="hold" id="56"/>
                                        <p:tgtEl>
                                          <p:spTgt spid="1048902"/>
                                        </p:tgtEl>
                                        <p:attrNameLst>
                                          <p:attrName>ppt_y</p:attrName>
                                        </p:attrNameLst>
                                      </p:cBhvr>
                                      <p:tavLst>
                                        <p:tav tm="0">
                                          <p:val>
                                            <p:strVal val="1+#ppt_h/2"/>
                                          </p:val>
                                        </p:tav>
                                        <p:tav tm="100000">
                                          <p:val>
                                            <p:strVal val="#ppt_y"/>
                                          </p:val>
                                        </p:tav>
                                      </p:tavLst>
                                    </p:anim>
                                  </p:childTnLst>
                                </p:cTn>
                              </p:par>
                            </p:childTnLst>
                          </p:cTn>
                        </p:par>
                      </p:childTnLst>
                    </p:cTn>
                  </p:par>
                  <p:par>
                    <p:cTn fill="hold" id="57">
                      <p:stCondLst>
                        <p:cond delay="indefinite"/>
                      </p:stCondLst>
                      <p:childTnLst>
                        <p:par>
                          <p:cTn fill="hold" id="58">
                            <p:stCondLst>
                              <p:cond delay="0"/>
                            </p:stCondLst>
                            <p:childTnLst>
                              <p:par>
                                <p:cTn fill="hold" grpId="0" id="59" nodeType="clickEffect" presetClass="entr" presetID="2" presetSubtype="4">
                                  <p:stCondLst>
                                    <p:cond delay="0"/>
                                  </p:stCondLst>
                                  <p:childTnLst>
                                    <p:set>
                                      <p:cBhvr>
                                        <p:cTn dur="1" fill="hold" id="60">
                                          <p:stCondLst>
                                            <p:cond delay="0"/>
                                          </p:stCondLst>
                                        </p:cTn>
                                        <p:tgtEl>
                                          <p:spTgt spid="1048903"/>
                                        </p:tgtEl>
                                        <p:attrNameLst>
                                          <p:attrName>style.visibility</p:attrName>
                                        </p:attrNameLst>
                                      </p:cBhvr>
                                      <p:to>
                                        <p:strVal val="visible"/>
                                      </p:to>
                                    </p:set>
                                    <p:anim calcmode="lin" valueType="num">
                                      <p:cBhvr additive="base">
                                        <p:cTn dur="500" fill="hold" id="61"/>
                                        <p:tgtEl>
                                          <p:spTgt spid="1048903"/>
                                        </p:tgtEl>
                                        <p:attrNameLst>
                                          <p:attrName>ppt_x</p:attrName>
                                        </p:attrNameLst>
                                      </p:cBhvr>
                                      <p:tavLst>
                                        <p:tav tm="0">
                                          <p:val>
                                            <p:strVal val="#ppt_x"/>
                                          </p:val>
                                        </p:tav>
                                        <p:tav tm="100000">
                                          <p:val>
                                            <p:strVal val="#ppt_x"/>
                                          </p:val>
                                        </p:tav>
                                      </p:tavLst>
                                    </p:anim>
                                    <p:anim calcmode="lin" valueType="num">
                                      <p:cBhvr additive="base">
                                        <p:cTn dur="500" fill="hold" id="62"/>
                                        <p:tgtEl>
                                          <p:spTgt spid="1048903"/>
                                        </p:tgtEl>
                                        <p:attrNameLst>
                                          <p:attrName>ppt_y</p:attrName>
                                        </p:attrNameLst>
                                      </p:cBhvr>
                                      <p:tavLst>
                                        <p:tav tm="0">
                                          <p:val>
                                            <p:strVal val="1+#ppt_h/2"/>
                                          </p:val>
                                        </p:tav>
                                        <p:tav tm="100000">
                                          <p:val>
                                            <p:strVal val="#ppt_y"/>
                                          </p:val>
                                        </p:tav>
                                      </p:tavLst>
                                    </p:anim>
                                  </p:childTnLst>
                                </p:cTn>
                              </p:par>
                            </p:childTnLst>
                          </p:cTn>
                        </p:par>
                      </p:childTnLst>
                    </p:cTn>
                  </p:par>
                  <p:par>
                    <p:cTn fill="hold" id="63">
                      <p:stCondLst>
                        <p:cond delay="indefinite"/>
                      </p:stCondLst>
                      <p:childTnLst>
                        <p:par>
                          <p:cTn fill="hold" id="64">
                            <p:stCondLst>
                              <p:cond delay="0"/>
                            </p:stCondLst>
                            <p:childTnLst>
                              <p:par>
                                <p:cTn fill="hold" grpId="0" id="65" nodeType="clickEffect" presetClass="entr" presetID="2" presetSubtype="4">
                                  <p:stCondLst>
                                    <p:cond delay="0"/>
                                  </p:stCondLst>
                                  <p:childTnLst>
                                    <p:set>
                                      <p:cBhvr>
                                        <p:cTn dur="1" fill="hold" id="66">
                                          <p:stCondLst>
                                            <p:cond delay="0"/>
                                          </p:stCondLst>
                                        </p:cTn>
                                        <p:tgtEl>
                                          <p:spTgt spid="1048904"/>
                                        </p:tgtEl>
                                        <p:attrNameLst>
                                          <p:attrName>style.visibility</p:attrName>
                                        </p:attrNameLst>
                                      </p:cBhvr>
                                      <p:to>
                                        <p:strVal val="visible"/>
                                      </p:to>
                                    </p:set>
                                    <p:anim calcmode="lin" valueType="num">
                                      <p:cBhvr additive="base">
                                        <p:cTn dur="500" fill="hold" id="67"/>
                                        <p:tgtEl>
                                          <p:spTgt spid="1048904"/>
                                        </p:tgtEl>
                                        <p:attrNameLst>
                                          <p:attrName>ppt_x</p:attrName>
                                        </p:attrNameLst>
                                      </p:cBhvr>
                                      <p:tavLst>
                                        <p:tav tm="0">
                                          <p:val>
                                            <p:strVal val="#ppt_x"/>
                                          </p:val>
                                        </p:tav>
                                        <p:tav tm="100000">
                                          <p:val>
                                            <p:strVal val="#ppt_x"/>
                                          </p:val>
                                        </p:tav>
                                      </p:tavLst>
                                    </p:anim>
                                    <p:anim calcmode="lin" valueType="num">
                                      <p:cBhvr additive="base">
                                        <p:cTn dur="500" fill="hold" id="68"/>
                                        <p:tgtEl>
                                          <p:spTgt spid="10489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94" grpId="0"/>
      <p:bldP spid="1048895" grpId="0"/>
      <p:bldP spid="1048896" grpId="0"/>
      <p:bldP spid="1048897" grpId="0"/>
      <p:bldP spid="1048898" grpId="0"/>
      <p:bldP spid="1048899" grpId="0"/>
      <p:bldP spid="1048900" grpId="0"/>
      <p:bldP spid="1048901" grpId="0"/>
      <p:bldP spid="1048902" grpId="0"/>
      <p:bldP spid="1048903" grpId="0"/>
      <p:bldP spid="104890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246" name=""/>
        <p:cNvGrpSpPr/>
        <p:nvPr/>
      </p:nvGrpSpPr>
      <p:grpSpPr>
        <a:xfrm>
          <a:off x="0" y="0"/>
          <a:ext cx="0" cy="0"/>
          <a:chOff x="0" y="0"/>
          <a:chExt cx="0" cy="0"/>
        </a:xfrm>
      </p:grpSpPr>
      <p:sp>
        <p:nvSpPr>
          <p:cNvPr id="1048912" name="矩形 6"/>
          <p:cNvSpPr>
            <a:spLocks noChangeArrowheads="1"/>
          </p:cNvSpPr>
          <p:nvPr/>
        </p:nvSpPr>
        <p:spPr bwMode="auto">
          <a:xfrm>
            <a:off x="214313" y="942305"/>
            <a:ext cx="8750175" cy="3774441"/>
          </a:xfrm>
          <a:prstGeom prst="rect"/>
          <a:noFill/>
          <a:ln w="9525">
            <a:noFill/>
            <a:miter lim="800000"/>
          </a:ln>
        </p:spPr>
        <p:txBody>
          <a:bodyPr wrap="square">
            <a:spAutoFit/>
          </a:bodyPr>
          <a:p>
            <a:pPr eaLnBrk="0" fontAlgn="base" hangingPunct="0">
              <a:lnSpc>
                <a:spcPts val="2900"/>
              </a:lnSpc>
              <a:spcBef>
                <a:spcPct val="0"/>
              </a:spcBef>
              <a:spcAft>
                <a:spcPct val="0"/>
              </a:spcAft>
            </a:pPr>
            <a:r>
              <a:rPr altLang="zh-CN" b="1" dirty="0" lang="en-US">
                <a:solidFill>
                  <a:srgbClr val="0000FF"/>
                </a:solidFill>
                <a:latin typeface="楷体" panose="02010609060101010101" pitchFamily="49" charset="-122"/>
                <a:ea typeface="楷体" panose="02010609060101010101" pitchFamily="49" charset="-122"/>
                <a:cs typeface="Times New Roman" panose="02020603050405020304" charset="0"/>
              </a:rPr>
              <a:t>【</a:t>
            </a:r>
            <a:r>
              <a:rPr altLang="en-US" b="1" dirty="0" lang="zh-CN">
                <a:solidFill>
                  <a:srgbClr val="0000FF"/>
                </a:solidFill>
                <a:latin typeface="楷体" panose="02010609060101010101" pitchFamily="49" charset="-122"/>
                <a:ea typeface="楷体" panose="02010609060101010101" pitchFamily="49" charset="-122"/>
                <a:cs typeface="Times New Roman" panose="02020603050405020304" charset="0"/>
              </a:rPr>
              <a:t>中考</a:t>
            </a:r>
            <a:r>
              <a:rPr altLang="zh-CN" b="1" dirty="0" lang="en-US">
                <a:solidFill>
                  <a:srgbClr val="0000FF"/>
                </a:solidFill>
                <a:latin typeface="楷体" panose="02010609060101010101" pitchFamily="49" charset="-122"/>
                <a:ea typeface="楷体" panose="02010609060101010101" pitchFamily="49" charset="-122"/>
                <a:cs typeface="Times New Roman" panose="02020603050405020304" charset="0"/>
              </a:rPr>
              <a:t>·</a:t>
            </a:r>
            <a:r>
              <a:rPr altLang="en-US" b="1" dirty="0" lang="zh-CN">
                <a:solidFill>
                  <a:srgbClr val="0000FF"/>
                </a:solidFill>
                <a:latin typeface="楷体" panose="02010609060101010101" pitchFamily="49" charset="-122"/>
                <a:ea typeface="楷体" panose="02010609060101010101" pitchFamily="49" charset="-122"/>
                <a:cs typeface="Times New Roman" panose="02020603050405020304" charset="0"/>
              </a:rPr>
              <a:t>温州</a:t>
            </a:r>
            <a:r>
              <a:rPr altLang="zh-CN" b="1" dirty="0" lang="en-US">
                <a:solidFill>
                  <a:srgbClr val="0000FF"/>
                </a:solidFill>
                <a:latin typeface="楷体" panose="02010609060101010101" pitchFamily="49" charset="-122"/>
                <a:ea typeface="楷体" panose="02010609060101010101" pitchFamily="49" charset="-122"/>
                <a:cs typeface="Times New Roman" panose="02020603050405020304" charset="0"/>
              </a:rPr>
              <a:t>】 </a:t>
            </a:r>
            <a:r>
              <a:rPr altLang="zh-CN" b="1" dirty="0" lang="en-US">
                <a:solidFill>
                  <a:prstClr val="black"/>
                </a:solidFill>
                <a:latin typeface="楷体" panose="02010609060101010101" pitchFamily="49" charset="-122"/>
                <a:ea typeface="楷体" panose="02010609060101010101" pitchFamily="49" charset="-122"/>
                <a:cs typeface="Times New Roman" panose="02020603050405020304" charset="0"/>
              </a:rPr>
              <a:t>“</a:t>
            </a: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兄弟”是</a:t>
            </a:r>
            <a:r>
              <a:rPr altLang="zh-CN" b="1" dirty="0" lang="en-US">
                <a:solidFill>
                  <a:prstClr val="black"/>
                </a:solidFill>
                <a:latin typeface="楷体" panose="02010609060101010101" pitchFamily="49" charset="-122"/>
                <a:ea typeface="楷体" panose="02010609060101010101" pitchFamily="49" charset="-122"/>
                <a:cs typeface="Times New Roman" panose="02020603050405020304" charset="0"/>
              </a:rPr>
              <a:t>《</a:t>
            </a: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水浒传</a:t>
            </a:r>
            <a:r>
              <a:rPr altLang="zh-CN" b="1" dirty="0" lang="en-US">
                <a:solidFill>
                  <a:prstClr val="black"/>
                </a:solidFill>
                <a:latin typeface="楷体" panose="02010609060101010101" pitchFamily="49" charset="-122"/>
                <a:ea typeface="楷体" panose="02010609060101010101" pitchFamily="49" charset="-122"/>
                <a:cs typeface="Times New Roman" panose="02020603050405020304" charset="0"/>
              </a:rPr>
              <a:t>》</a:t>
            </a: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中令人动情的两个字。根据下列内容分别选择正确的一项。</a:t>
            </a:r>
            <a:b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b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    </a:t>
            </a:r>
            <a:r>
              <a:rPr altLang="zh-CN" b="1" dirty="0" lang="en-US">
                <a:solidFill>
                  <a:prstClr val="black"/>
                </a:solidFill>
                <a:latin typeface="楷体" panose="02010609060101010101" pitchFamily="49" charset="-122"/>
                <a:ea typeface="楷体" panose="02010609060101010101" pitchFamily="49" charset="-122"/>
                <a:cs typeface="Times New Roman" panose="02020603050405020304" charset="0"/>
              </a:rPr>
              <a:t>【</a:t>
            </a: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甲</a:t>
            </a:r>
            <a:r>
              <a:rPr altLang="zh-CN" b="1" dirty="0" lang="en-US">
                <a:solidFill>
                  <a:prstClr val="black"/>
                </a:solidFill>
                <a:latin typeface="楷体" panose="02010609060101010101" pitchFamily="49" charset="-122"/>
                <a:ea typeface="楷体" panose="02010609060101010101" pitchFamily="49" charset="-122"/>
                <a:cs typeface="Times New Roman" panose="02020603050405020304" charset="0"/>
              </a:rPr>
              <a:t>】</a:t>
            </a: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扯出戒刀，把索子都割断了，便扶起林冲，叫：“兄弟，俺自从和你买刀那日相别之后，洒家忧得你苦。</a:t>
            </a:r>
            <a:r>
              <a:rPr altLang="zh-CN" b="1" dirty="0" lang="en-US">
                <a:solidFill>
                  <a:prstClr val="black"/>
                </a:solidFill>
                <a:latin typeface="楷体" panose="02010609060101010101" pitchFamily="49" charset="-122"/>
                <a:ea typeface="楷体" panose="02010609060101010101" pitchFamily="49" charset="-122"/>
                <a:cs typeface="Times New Roman" panose="02020603050405020304" charset="0"/>
              </a:rPr>
              <a:t>……”             </a:t>
            </a: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（         ）</a:t>
            </a:r>
            <a:endParaRPr altLang="zh-CN" b="1" dirty="0" lang="en-US">
              <a:solidFill>
                <a:prstClr val="black"/>
              </a:solidFill>
              <a:latin typeface="楷体" panose="02010609060101010101" pitchFamily="49" charset="-122"/>
              <a:ea typeface="楷体" panose="02010609060101010101" pitchFamily="49" charset="-122"/>
              <a:cs typeface="Times New Roman" panose="02020603050405020304" charset="0"/>
            </a:endParaRPr>
          </a:p>
          <a:p>
            <a:pPr eaLnBrk="0" fontAlgn="base" hangingPunct="0">
              <a:lnSpc>
                <a:spcPts val="2900"/>
              </a:lnSpc>
              <a:spcBef>
                <a:spcPct val="0"/>
              </a:spcBef>
              <a:spcAft>
                <a:spcPct val="0"/>
              </a:spcAft>
            </a:pPr>
            <a:r>
              <a:rPr altLang="zh-CN" b="1" dirty="0" lang="en-US">
                <a:solidFill>
                  <a:prstClr val="black"/>
                </a:solidFill>
                <a:latin typeface="楷体" panose="02010609060101010101" pitchFamily="49" charset="-122"/>
                <a:ea typeface="楷体" panose="02010609060101010101" pitchFamily="49" charset="-122"/>
                <a:cs typeface="Times New Roman" panose="02020603050405020304" charset="0"/>
              </a:rPr>
              <a:t>    【</a:t>
            </a: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乙</a:t>
            </a:r>
            <a:r>
              <a:rPr altLang="zh-CN" b="1" dirty="0" lang="en-US">
                <a:solidFill>
                  <a:prstClr val="black"/>
                </a:solidFill>
                <a:latin typeface="楷体" panose="02010609060101010101" pitchFamily="49" charset="-122"/>
                <a:ea typeface="楷体" panose="02010609060101010101" pitchFamily="49" charset="-122"/>
                <a:cs typeface="Times New Roman" panose="02020603050405020304" charset="0"/>
              </a:rPr>
              <a:t>】</a:t>
            </a: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对四家邻舍道：“小人因与哥哥报仇雪恨，犯罪正当其理，虽死而不怨。却才甚是惊吓了高邻。</a:t>
            </a:r>
            <a:r>
              <a:rPr altLang="zh-CN" b="1" dirty="0" lang="en-US">
                <a:solidFill>
                  <a:prstClr val="black"/>
                </a:solidFill>
                <a:latin typeface="楷体" panose="02010609060101010101" pitchFamily="49" charset="-122"/>
                <a:ea typeface="楷体" panose="02010609060101010101" pitchFamily="49" charset="-122"/>
                <a:cs typeface="Times New Roman" panose="02020603050405020304" charset="0"/>
              </a:rPr>
              <a:t>……”                   </a:t>
            </a: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（       ）</a:t>
            </a:r>
            <a:b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b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    </a:t>
            </a:r>
            <a:r>
              <a:rPr altLang="zh-CN" b="1" dirty="0" lang="en-US">
                <a:solidFill>
                  <a:prstClr val="black"/>
                </a:solidFill>
                <a:latin typeface="楷体" panose="02010609060101010101" pitchFamily="49" charset="-122"/>
                <a:ea typeface="楷体" panose="02010609060101010101" pitchFamily="49" charset="-122"/>
                <a:cs typeface="Times New Roman" panose="02020603050405020304" charset="0"/>
              </a:rPr>
              <a:t>【</a:t>
            </a: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丙</a:t>
            </a:r>
            <a:r>
              <a:rPr altLang="zh-CN" b="1" dirty="0" lang="en-US">
                <a:solidFill>
                  <a:prstClr val="black"/>
                </a:solidFill>
                <a:latin typeface="楷体" panose="02010609060101010101" pitchFamily="49" charset="-122"/>
                <a:ea typeface="楷体" panose="02010609060101010101" pitchFamily="49" charset="-122"/>
                <a:cs typeface="Times New Roman" panose="02020603050405020304" charset="0"/>
              </a:rPr>
              <a:t>】</a:t>
            </a: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见说，亦垂泪道：“罢，罢，罢！生时伏侍哥哥，死了也只是哥哥部下一个小鬼！”言讫泪下，便觉道身体有些沉重。当时洒泪，拜别了宋江下船。                                                                              （         ）</a:t>
            </a:r>
            <a:b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b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     </a:t>
            </a:r>
            <a:r>
              <a:rPr altLang="zh-CN" b="1" dirty="0" lang="en-US">
                <a:solidFill>
                  <a:prstClr val="black"/>
                </a:solidFill>
                <a:latin typeface="楷体" panose="02010609060101010101" pitchFamily="49" charset="-122"/>
                <a:ea typeface="楷体" panose="02010609060101010101" pitchFamily="49" charset="-122"/>
                <a:cs typeface="Times New Roman" panose="02020603050405020304" charset="0"/>
              </a:rPr>
              <a:t>A. </a:t>
            </a: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武松      </a:t>
            </a:r>
            <a:r>
              <a:rPr altLang="zh-CN" b="1" dirty="0" lang="en-US">
                <a:solidFill>
                  <a:prstClr val="black"/>
                </a:solidFill>
                <a:latin typeface="楷体" panose="02010609060101010101" pitchFamily="49" charset="-122"/>
                <a:ea typeface="楷体" panose="02010609060101010101" pitchFamily="49" charset="-122"/>
                <a:cs typeface="Times New Roman" panose="02020603050405020304" charset="0"/>
              </a:rPr>
              <a:t>B. </a:t>
            </a: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李逵      </a:t>
            </a:r>
            <a:r>
              <a:rPr altLang="zh-CN" b="1" dirty="0" lang="en-US">
                <a:solidFill>
                  <a:prstClr val="black"/>
                </a:solidFill>
                <a:latin typeface="楷体" panose="02010609060101010101" pitchFamily="49" charset="-122"/>
                <a:ea typeface="楷体" panose="02010609060101010101" pitchFamily="49" charset="-122"/>
                <a:cs typeface="Times New Roman" panose="02020603050405020304" charset="0"/>
              </a:rPr>
              <a:t>C. </a:t>
            </a:r>
            <a:r>
              <a:rPr altLang="en-US" b="1" dirty="0" lang="zh-CN">
                <a:solidFill>
                  <a:prstClr val="black"/>
                </a:solidFill>
                <a:latin typeface="楷体" panose="02010609060101010101" pitchFamily="49" charset="-122"/>
                <a:ea typeface="楷体" panose="02010609060101010101" pitchFamily="49" charset="-122"/>
                <a:cs typeface="Times New Roman" panose="02020603050405020304" charset="0"/>
              </a:rPr>
              <a:t>鲁智深</a:t>
            </a:r>
          </a:p>
        </p:txBody>
      </p:sp>
      <p:sp>
        <p:nvSpPr>
          <p:cNvPr id="1048913" name="TextBox 7"/>
          <p:cNvSpPr txBox="1"/>
          <p:nvPr/>
        </p:nvSpPr>
        <p:spPr>
          <a:xfrm>
            <a:off x="323528" y="483518"/>
            <a:ext cx="2342034" cy="497839"/>
          </a:xfrm>
          <a:prstGeom prst="rect"/>
          <a:noFill/>
        </p:spPr>
        <p:txBody>
          <a:bodyPr wrap="square">
            <a:spAutoFit/>
          </a:bodyPr>
          <a:p>
            <a:pPr eaLnBrk="0" fontAlgn="base" hangingPunct="0">
              <a:spcBef>
                <a:spcPct val="0"/>
              </a:spcBef>
              <a:spcAft>
                <a:spcPct val="0"/>
              </a:spcAft>
            </a:pPr>
            <a:r>
              <a:rPr altLang="en-US" b="1" dirty="0" sz="2400" lang="zh-CN">
                <a:solidFill>
                  <a:prstClr val="black"/>
                </a:solidFill>
                <a:latin typeface="宋体" panose="02010600030101010101" pitchFamily="2" charset="-122"/>
                <a:ea typeface="宋体" panose="02010600030101010101" pitchFamily="2" charset="-122"/>
              </a:rPr>
              <a:t>二、选择题</a:t>
            </a:r>
          </a:p>
        </p:txBody>
      </p:sp>
      <p:sp>
        <p:nvSpPr>
          <p:cNvPr id="1048914" name="矩形 8"/>
          <p:cNvSpPr>
            <a:spLocks noChangeArrowheads="1"/>
          </p:cNvSpPr>
          <p:nvPr/>
        </p:nvSpPr>
        <p:spPr bwMode="auto">
          <a:xfrm>
            <a:off x="6752555" y="2819896"/>
            <a:ext cx="386080" cy="497840"/>
          </a:xfrm>
          <a:prstGeom prst="rect"/>
          <a:noFill/>
          <a:ln w="9525">
            <a:noFill/>
            <a:miter lim="800000"/>
          </a:ln>
        </p:spPr>
        <p:txBody>
          <a:bodyPr wrap="none">
            <a:spAutoFit/>
          </a:bodyPr>
          <a:p>
            <a:pPr defTabSz="457200" eaLnBrk="0" fontAlgn="base" hangingPunct="0">
              <a:spcBef>
                <a:spcPct val="0"/>
              </a:spcBef>
              <a:spcAft>
                <a:spcPct val="0"/>
              </a:spcAft>
            </a:pPr>
            <a:r>
              <a:rPr altLang="zh-CN" b="1" dirty="0" sz="2400" lang="en-US">
                <a:solidFill>
                  <a:srgbClr val="FF0000"/>
                </a:solidFill>
                <a:latin typeface="宋体" panose="02010600030101010101" pitchFamily="2" charset="-122"/>
                <a:ea typeface="宋体" panose="02010600030101010101" pitchFamily="2" charset="-122"/>
              </a:rPr>
              <a:t>A</a:t>
            </a:r>
            <a:endParaRPr altLang="zh-CN" dirty="0" lang="en-US">
              <a:solidFill>
                <a:prstClr val="black"/>
              </a:solidFill>
              <a:latin typeface="Calibri" panose="020F0502020204030204" pitchFamily="34" charset="0"/>
              <a:ea typeface="宋体" panose="02010600030101010101" pitchFamily="2" charset="-122"/>
            </a:endParaRPr>
          </a:p>
        </p:txBody>
      </p:sp>
      <p:sp>
        <p:nvSpPr>
          <p:cNvPr id="1048915" name="矩形 9"/>
          <p:cNvSpPr>
            <a:spLocks noChangeArrowheads="1"/>
          </p:cNvSpPr>
          <p:nvPr/>
        </p:nvSpPr>
        <p:spPr bwMode="auto">
          <a:xfrm>
            <a:off x="1062335" y="3900016"/>
            <a:ext cx="386079" cy="497840"/>
          </a:xfrm>
          <a:prstGeom prst="rect"/>
          <a:noFill/>
          <a:ln w="9525">
            <a:noFill/>
            <a:miter lim="800000"/>
          </a:ln>
        </p:spPr>
        <p:txBody>
          <a:bodyPr wrap="none">
            <a:spAutoFit/>
          </a:bodyPr>
          <a:p>
            <a:pPr defTabSz="457200" eaLnBrk="0" fontAlgn="base" hangingPunct="0">
              <a:spcBef>
                <a:spcPct val="0"/>
              </a:spcBef>
              <a:spcAft>
                <a:spcPct val="0"/>
              </a:spcAft>
            </a:pPr>
            <a:r>
              <a:rPr altLang="zh-CN" b="1" dirty="0" sz="2400" lang="en-US">
                <a:solidFill>
                  <a:srgbClr val="FF0000"/>
                </a:solidFill>
                <a:latin typeface="宋体" panose="02010600030101010101" pitchFamily="2" charset="-122"/>
                <a:ea typeface="宋体" panose="02010600030101010101" pitchFamily="2" charset="-122"/>
              </a:rPr>
              <a:t>B</a:t>
            </a:r>
            <a:endParaRPr altLang="zh-CN" dirty="0" lang="en-US">
              <a:solidFill>
                <a:prstClr val="black"/>
              </a:solidFill>
              <a:latin typeface="Calibri" panose="020F0502020204030204" pitchFamily="34" charset="0"/>
              <a:ea typeface="宋体" panose="02010600030101010101" pitchFamily="2" charset="-122"/>
            </a:endParaRPr>
          </a:p>
        </p:txBody>
      </p:sp>
      <p:sp>
        <p:nvSpPr>
          <p:cNvPr id="1048916" name="矩形 10"/>
          <p:cNvSpPr>
            <a:spLocks noChangeArrowheads="1"/>
          </p:cNvSpPr>
          <p:nvPr/>
        </p:nvSpPr>
        <p:spPr bwMode="auto">
          <a:xfrm>
            <a:off x="6672609" y="2037779"/>
            <a:ext cx="398779" cy="497839"/>
          </a:xfrm>
          <a:prstGeom prst="rect"/>
          <a:noFill/>
          <a:ln w="9525">
            <a:noFill/>
            <a:miter lim="800000"/>
          </a:ln>
        </p:spPr>
        <p:txBody>
          <a:bodyPr wrap="none">
            <a:spAutoFit/>
          </a:bodyPr>
          <a:p>
            <a:pPr defTabSz="457200" eaLnBrk="0" fontAlgn="base" hangingPunct="0">
              <a:spcBef>
                <a:spcPct val="0"/>
              </a:spcBef>
              <a:spcAft>
                <a:spcPct val="0"/>
              </a:spcAft>
            </a:pPr>
            <a:r>
              <a:rPr altLang="zh-CN" dirty="0" sz="2400" lang="en-US">
                <a:solidFill>
                  <a:srgbClr val="FF0000"/>
                </a:solidFill>
                <a:latin typeface="Calibri" panose="020F0502020204030204" pitchFamily="34" charset="0"/>
                <a:ea typeface="宋体" panose="02010600030101010101" pitchFamily="2" charset="-122"/>
              </a:rPr>
              <a:t>C</a:t>
            </a:r>
          </a:p>
        </p:txBody>
      </p:sp>
      <p:grpSp>
        <p:nvGrpSpPr>
          <p:cNvPr id="247" name="组合 15"/>
          <p:cNvGrpSpPr/>
          <p:nvPr/>
        </p:nvGrpSpPr>
        <p:grpSpPr bwMode="auto">
          <a:xfrm>
            <a:off x="34925" y="-20638"/>
            <a:ext cx="2008188" cy="561386"/>
            <a:chOff x="70" y="-63"/>
            <a:chExt cx="3161" cy="883"/>
          </a:xfrm>
        </p:grpSpPr>
        <p:sp>
          <p:nvSpPr>
            <p:cNvPr id="1048917" name="文本框 6"/>
            <p:cNvSpPr txBox="1">
              <a:spLocks noChangeArrowheads="1"/>
            </p:cNvSpPr>
            <p:nvPr/>
          </p:nvSpPr>
          <p:spPr bwMode="auto">
            <a:xfrm>
              <a:off x="678" y="-63"/>
              <a:ext cx="2527"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dirty="0" sz="2800" kumimoji="1" lang="zh-CN">
                  <a:solidFill>
                    <a:prstClr val="black"/>
                  </a:solidFill>
                  <a:latin typeface="黑体" panose="02010609060101010101" pitchFamily="49" charset="-122"/>
                  <a:ea typeface="黑体" panose="02010609060101010101" pitchFamily="49" charset="-122"/>
                </a:rPr>
                <a:t>课堂检测</a:t>
              </a:r>
            </a:p>
          </p:txBody>
        </p:sp>
        <p:cxnSp>
          <p:nvCxnSpPr>
            <p:cNvPr id="3145767" name="直线连接符 9"/>
            <p:cNvCxnSpPr>
              <a:cxnSpLocks/>
            </p:cNvCxnSpPr>
            <p:nvPr/>
          </p:nvCxnSpPr>
          <p:spPr>
            <a:xfrm>
              <a:off x="70" y="701"/>
              <a:ext cx="316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918" name="菱形 13"/>
            <p:cNvSpPr/>
            <p:nvPr/>
          </p:nvSpPr>
          <p:spPr>
            <a:xfrm>
              <a:off x="125" y="149"/>
              <a:ext cx="552"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916"/>
                                        </p:tgtEl>
                                        <p:attrNameLst>
                                          <p:attrName>style.visibility</p:attrName>
                                        </p:attrNameLst>
                                      </p:cBhvr>
                                      <p:to>
                                        <p:strVal val="visible"/>
                                      </p:to>
                                    </p:set>
                                    <p:anim calcmode="lin" valueType="num">
                                      <p:cBhvr additive="base">
                                        <p:cTn dur="500" fill="hold" id="7"/>
                                        <p:tgtEl>
                                          <p:spTgt spid="1048916"/>
                                        </p:tgtEl>
                                        <p:attrNameLst>
                                          <p:attrName>ppt_x</p:attrName>
                                        </p:attrNameLst>
                                      </p:cBhvr>
                                      <p:tavLst>
                                        <p:tav tm="0">
                                          <p:val>
                                            <p:strVal val="#ppt_x"/>
                                          </p:val>
                                        </p:tav>
                                        <p:tav tm="100000">
                                          <p:val>
                                            <p:strVal val="#ppt_x"/>
                                          </p:val>
                                        </p:tav>
                                      </p:tavLst>
                                    </p:anim>
                                    <p:anim calcmode="lin" valueType="num">
                                      <p:cBhvr additive="base">
                                        <p:cTn dur="500" fill="hold" id="8"/>
                                        <p:tgtEl>
                                          <p:spTgt spid="1048916"/>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2" presetSubtype="4">
                                  <p:stCondLst>
                                    <p:cond delay="0"/>
                                  </p:stCondLst>
                                  <p:childTnLst>
                                    <p:set>
                                      <p:cBhvr>
                                        <p:cTn dur="1" fill="hold" id="12">
                                          <p:stCondLst>
                                            <p:cond delay="0"/>
                                          </p:stCondLst>
                                        </p:cTn>
                                        <p:tgtEl>
                                          <p:spTgt spid="1048914"/>
                                        </p:tgtEl>
                                        <p:attrNameLst>
                                          <p:attrName>style.visibility</p:attrName>
                                        </p:attrNameLst>
                                      </p:cBhvr>
                                      <p:to>
                                        <p:strVal val="visible"/>
                                      </p:to>
                                    </p:set>
                                    <p:anim calcmode="lin" valueType="num">
                                      <p:cBhvr additive="base">
                                        <p:cTn dur="500" fill="hold" id="13"/>
                                        <p:tgtEl>
                                          <p:spTgt spid="1048914"/>
                                        </p:tgtEl>
                                        <p:attrNameLst>
                                          <p:attrName>ppt_x</p:attrName>
                                        </p:attrNameLst>
                                      </p:cBhvr>
                                      <p:tavLst>
                                        <p:tav tm="0">
                                          <p:val>
                                            <p:strVal val="#ppt_x"/>
                                          </p:val>
                                        </p:tav>
                                        <p:tav tm="100000">
                                          <p:val>
                                            <p:strVal val="#ppt_x"/>
                                          </p:val>
                                        </p:tav>
                                      </p:tavLst>
                                    </p:anim>
                                    <p:anim calcmode="lin" valueType="num">
                                      <p:cBhvr additive="base">
                                        <p:cTn dur="500" fill="hold" id="14"/>
                                        <p:tgtEl>
                                          <p:spTgt spid="1048914"/>
                                        </p:tgtEl>
                                        <p:attrNameLst>
                                          <p:attrName>ppt_y</p:attrName>
                                        </p:attrNameLst>
                                      </p:cBhvr>
                                      <p:tavLst>
                                        <p:tav tm="0">
                                          <p:val>
                                            <p:strVal val="1+#ppt_h/2"/>
                                          </p:val>
                                        </p:tav>
                                        <p:tav tm="100000">
                                          <p:val>
                                            <p:strVal val="#ppt_y"/>
                                          </p:val>
                                        </p:tav>
                                      </p:tavLst>
                                    </p:anim>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2" presetSubtype="4">
                                  <p:stCondLst>
                                    <p:cond delay="0"/>
                                  </p:stCondLst>
                                  <p:childTnLst>
                                    <p:set>
                                      <p:cBhvr>
                                        <p:cTn dur="1" fill="hold" id="18">
                                          <p:stCondLst>
                                            <p:cond delay="0"/>
                                          </p:stCondLst>
                                        </p:cTn>
                                        <p:tgtEl>
                                          <p:spTgt spid="1048915"/>
                                        </p:tgtEl>
                                        <p:attrNameLst>
                                          <p:attrName>style.visibility</p:attrName>
                                        </p:attrNameLst>
                                      </p:cBhvr>
                                      <p:to>
                                        <p:strVal val="visible"/>
                                      </p:to>
                                    </p:set>
                                    <p:anim calcmode="lin" valueType="num">
                                      <p:cBhvr additive="base">
                                        <p:cTn dur="500" fill="hold" id="19"/>
                                        <p:tgtEl>
                                          <p:spTgt spid="1048915"/>
                                        </p:tgtEl>
                                        <p:attrNameLst>
                                          <p:attrName>ppt_x</p:attrName>
                                        </p:attrNameLst>
                                      </p:cBhvr>
                                      <p:tavLst>
                                        <p:tav tm="0">
                                          <p:val>
                                            <p:strVal val="#ppt_x"/>
                                          </p:val>
                                        </p:tav>
                                        <p:tav tm="100000">
                                          <p:val>
                                            <p:strVal val="#ppt_x"/>
                                          </p:val>
                                        </p:tav>
                                      </p:tavLst>
                                    </p:anim>
                                    <p:anim calcmode="lin" valueType="num">
                                      <p:cBhvr additive="base">
                                        <p:cTn dur="500" fill="hold" id="20"/>
                                        <p:tgtEl>
                                          <p:spTgt spid="10489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14" grpId="0"/>
      <p:bldP spid="1048915" grpId="0"/>
      <p:bldP spid="104891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249" name=""/>
        <p:cNvGrpSpPr/>
        <p:nvPr/>
      </p:nvGrpSpPr>
      <p:grpSpPr>
        <a:xfrm>
          <a:off x="0" y="0"/>
          <a:ext cx="0" cy="0"/>
          <a:chOff x="0" y="0"/>
          <a:chExt cx="0" cy="0"/>
        </a:xfrm>
      </p:grpSpPr>
      <p:sp>
        <p:nvSpPr>
          <p:cNvPr id="1048923" name="Rectangle 11"/>
          <p:cNvSpPr>
            <a:spLocks noChangeArrowheads="1"/>
          </p:cNvSpPr>
          <p:nvPr/>
        </p:nvSpPr>
        <p:spPr bwMode="auto">
          <a:xfrm>
            <a:off x="285720" y="857238"/>
            <a:ext cx="8643938" cy="1920240"/>
          </a:xfrm>
          <a:prstGeom prst="rect"/>
          <a:noFill/>
          <a:ln w="9525">
            <a:noFill/>
            <a:miter lim="800000"/>
          </a:ln>
        </p:spPr>
        <p:txBody>
          <a:bodyPr>
            <a:spAutoFit/>
          </a:bodyPr>
          <a:p>
            <a:pPr defTabSz="444500" eaLnBrk="0" fontAlgn="base" hangingPunct="0">
              <a:lnSpc>
                <a:spcPct val="150000"/>
              </a:lnSpc>
              <a:spcBef>
                <a:spcPct val="0"/>
              </a:spcBef>
              <a:spcAft>
                <a:spcPct val="0"/>
              </a:spcAft>
            </a:pPr>
            <a:r>
              <a:rPr altLang="zh-CN" b="1" dirty="0" sz="2400" lang="en-US">
                <a:solidFill>
                  <a:prstClr val="black"/>
                </a:solidFill>
                <a:latin typeface="楷体" panose="02010609060101010101" pitchFamily="49" charset="-122"/>
                <a:ea typeface="楷体" panose="02010609060101010101" pitchFamily="49" charset="-122"/>
              </a:rPr>
              <a:t>1.</a:t>
            </a:r>
            <a:r>
              <a:rPr altLang="zh-CN" b="1" dirty="0" sz="2400" lang="en-US">
                <a:solidFill>
                  <a:srgbClr val="0000FF"/>
                </a:solidFill>
                <a:latin typeface="楷体" panose="02010609060101010101" pitchFamily="49" charset="-122"/>
                <a:ea typeface="楷体" panose="02010609060101010101" pitchFamily="49" charset="-122"/>
              </a:rPr>
              <a:t>【</a:t>
            </a:r>
            <a:r>
              <a:rPr altLang="en-US" b="1" dirty="0" sz="2400" lang="zh-CN">
                <a:solidFill>
                  <a:srgbClr val="0000FF"/>
                </a:solidFill>
                <a:latin typeface="楷体" panose="02010609060101010101" pitchFamily="49" charset="-122"/>
                <a:ea typeface="楷体" panose="02010609060101010101" pitchFamily="49" charset="-122"/>
              </a:rPr>
              <a:t>中考</a:t>
            </a:r>
            <a:r>
              <a:rPr altLang="zh-CN" b="1" dirty="0" sz="2400" lang="en-US">
                <a:solidFill>
                  <a:srgbClr val="0000FF"/>
                </a:solidFill>
                <a:latin typeface="楷体" panose="02010609060101010101" pitchFamily="49" charset="-122"/>
                <a:ea typeface="楷体" panose="02010609060101010101" pitchFamily="49" charset="-122"/>
              </a:rPr>
              <a:t>·</a:t>
            </a:r>
            <a:r>
              <a:rPr altLang="en-US" b="1" dirty="0" sz="2400" lang="zh-CN">
                <a:solidFill>
                  <a:srgbClr val="0000FF"/>
                </a:solidFill>
                <a:latin typeface="楷体" panose="02010609060101010101" pitchFamily="49" charset="-122"/>
                <a:ea typeface="楷体" panose="02010609060101010101" pitchFamily="49" charset="-122"/>
              </a:rPr>
              <a:t>苏州</a:t>
            </a:r>
            <a:r>
              <a:rPr altLang="zh-CN" b="1" dirty="0" sz="2400" lang="en-US">
                <a:solidFill>
                  <a:srgbClr val="0000FF"/>
                </a:solidFill>
                <a:latin typeface="楷体" panose="02010609060101010101" pitchFamily="49" charset="-122"/>
                <a:ea typeface="楷体" panose="02010609060101010101" pitchFamily="49" charset="-122"/>
              </a:rPr>
              <a:t>】 </a:t>
            </a:r>
            <a:r>
              <a:rPr altLang="en-US" b="1" dirty="0" sz="2400" lang="zh-CN">
                <a:solidFill>
                  <a:prstClr val="black"/>
                </a:solidFill>
                <a:latin typeface="楷体" panose="02010609060101010101" pitchFamily="49" charset="-122"/>
                <a:ea typeface="楷体" panose="02010609060101010101" pitchFamily="49" charset="-122"/>
              </a:rPr>
              <a:t>名著阅读。</a:t>
            </a:r>
            <a:br>
              <a:rPr altLang="en-US" b="1" dirty="0" sz="2400" lang="zh-CN">
                <a:solidFill>
                  <a:prstClr val="black"/>
                </a:solidFill>
                <a:latin typeface="楷体" panose="02010609060101010101" pitchFamily="49" charset="-122"/>
                <a:ea typeface="楷体" panose="02010609060101010101" pitchFamily="49" charset="-122"/>
              </a:rPr>
            </a:br>
            <a:r>
              <a:rPr altLang="en-US" b="1" dirty="0" sz="2400" lang="zh-CN">
                <a:solidFill>
                  <a:prstClr val="black"/>
                </a:solidFill>
                <a:latin typeface="华文楷体" panose="02010600040101010101" pitchFamily="2" charset="-122"/>
                <a:ea typeface="华文楷体" panose="02010600040101010101" pitchFamily="2" charset="-122"/>
              </a:rPr>
              <a:t>        </a:t>
            </a:r>
            <a:r>
              <a:rPr altLang="en-US" b="1" dirty="0" sz="2400" lang="zh-CN">
                <a:solidFill>
                  <a:prstClr val="black"/>
                </a:solidFill>
                <a:latin typeface="楷体" panose="02010609060101010101" pitchFamily="49" charset="-122"/>
                <a:ea typeface="楷体" panose="02010609060101010101" pitchFamily="49" charset="-122"/>
              </a:rPr>
              <a:t>鲁智深原是经略府的提辖，他被逼上梁山与林冲有什么关系？请简要说明。（</a:t>
            </a:r>
            <a:r>
              <a:rPr altLang="zh-CN" b="1" dirty="0" sz="2400" lang="en-US">
                <a:solidFill>
                  <a:prstClr val="black"/>
                </a:solidFill>
                <a:latin typeface="楷体" panose="02010609060101010101" pitchFamily="49" charset="-122"/>
                <a:ea typeface="楷体" panose="02010609060101010101" pitchFamily="49" charset="-122"/>
              </a:rPr>
              <a:t>1 </a:t>
            </a:r>
            <a:r>
              <a:rPr altLang="en-US" b="1" dirty="0" sz="2400" lang="zh-CN">
                <a:solidFill>
                  <a:prstClr val="black"/>
                </a:solidFill>
                <a:latin typeface="楷体" panose="02010609060101010101" pitchFamily="49" charset="-122"/>
                <a:ea typeface="楷体" panose="02010609060101010101" pitchFamily="49" charset="-122"/>
              </a:rPr>
              <a:t>分） </a:t>
            </a:r>
            <a:endParaRPr altLang="zh-CN" b="1" dirty="0" sz="2400" lang="en-US">
              <a:solidFill>
                <a:prstClr val="black"/>
              </a:solidFill>
              <a:latin typeface="楷体" panose="02010609060101010101" pitchFamily="49" charset="-122"/>
              <a:ea typeface="楷体" panose="02010609060101010101" pitchFamily="49" charset="-122"/>
            </a:endParaRPr>
          </a:p>
        </p:txBody>
      </p:sp>
      <p:sp>
        <p:nvSpPr>
          <p:cNvPr id="1048924" name="矩形 2"/>
          <p:cNvSpPr/>
          <p:nvPr/>
        </p:nvSpPr>
        <p:spPr>
          <a:xfrm>
            <a:off x="323528" y="2643758"/>
            <a:ext cx="8366125" cy="1920240"/>
          </a:xfrm>
          <a:prstGeom prst="rect"/>
        </p:spPr>
        <p:txBody>
          <a:bodyPr>
            <a:spAutoFit/>
          </a:bodyPr>
          <a:p>
            <a:pPr defTabSz="457200" eaLnBrk="0" fontAlgn="base" hangingPunct="0">
              <a:lnSpc>
                <a:spcPct val="150000"/>
              </a:lnSpc>
              <a:spcBef>
                <a:spcPct val="0"/>
              </a:spcBef>
              <a:spcAft>
                <a:spcPct val="0"/>
              </a:spcAft>
            </a:pPr>
            <a:r>
              <a:rPr altLang="en-US" b="1" dirty="0" sz="2400" lang="zh-CN">
                <a:solidFill>
                  <a:srgbClr val="FF0000"/>
                </a:solidFill>
                <a:latin typeface="楷体" panose="02010609060101010101" pitchFamily="49" charset="-122"/>
                <a:ea typeface="楷体" panose="02010609060101010101" pitchFamily="49" charset="-122"/>
              </a:rPr>
              <a:t>    鲁智深得知林冲被高俅所害，在野猪林救了林冲，将他护送到沧州。为此遭高俅追杀，只得在二龙山落草，最后投奔梁山。 </a:t>
            </a:r>
            <a:endParaRPr altLang="en-US" dirty="0" lang="zh-CN">
              <a:solidFill>
                <a:prstClr val="black"/>
              </a:solidFill>
              <a:latin typeface="楷体" panose="02010609060101010101" pitchFamily="49" charset="-122"/>
              <a:ea typeface="楷体" panose="02010609060101010101" pitchFamily="49" charset="-122"/>
            </a:endParaRPr>
          </a:p>
        </p:txBody>
      </p:sp>
      <p:grpSp>
        <p:nvGrpSpPr>
          <p:cNvPr id="250" name="组合 15"/>
          <p:cNvGrpSpPr/>
          <p:nvPr/>
        </p:nvGrpSpPr>
        <p:grpSpPr bwMode="auto">
          <a:xfrm>
            <a:off x="34925" y="-20638"/>
            <a:ext cx="2008188" cy="561386"/>
            <a:chOff x="70" y="-63"/>
            <a:chExt cx="3161" cy="883"/>
          </a:xfrm>
        </p:grpSpPr>
        <p:sp>
          <p:nvSpPr>
            <p:cNvPr id="1048925" name="文本框 6"/>
            <p:cNvSpPr txBox="1">
              <a:spLocks noChangeArrowheads="1"/>
            </p:cNvSpPr>
            <p:nvPr/>
          </p:nvSpPr>
          <p:spPr bwMode="auto">
            <a:xfrm>
              <a:off x="678" y="-63"/>
              <a:ext cx="2527"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课堂检测</a:t>
              </a:r>
            </a:p>
          </p:txBody>
        </p:sp>
        <p:cxnSp>
          <p:nvCxnSpPr>
            <p:cNvPr id="3145768" name="直线连接符 9"/>
            <p:cNvCxnSpPr>
              <a:cxnSpLocks/>
            </p:cNvCxnSpPr>
            <p:nvPr/>
          </p:nvCxnSpPr>
          <p:spPr>
            <a:xfrm>
              <a:off x="70" y="701"/>
              <a:ext cx="316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926" name="菱形 7"/>
            <p:cNvSpPr/>
            <p:nvPr/>
          </p:nvSpPr>
          <p:spPr>
            <a:xfrm>
              <a:off x="125" y="149"/>
              <a:ext cx="552"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
        <p:nvSpPr>
          <p:cNvPr id="1048927" name="矩形 8"/>
          <p:cNvSpPr/>
          <p:nvPr/>
        </p:nvSpPr>
        <p:spPr>
          <a:xfrm>
            <a:off x="323528" y="508001"/>
            <a:ext cx="2100580" cy="472440"/>
          </a:xfrm>
          <a:prstGeom prst="rect"/>
        </p:spPr>
        <p:txBody>
          <a:bodyPr wrap="none">
            <a:spAutoFit/>
          </a:bodyPr>
          <a:p>
            <a:pPr defTabSz="457200" eaLnBrk="0" fontAlgn="base" hangingPunct="0">
              <a:lnSpc>
                <a:spcPts val="3000"/>
              </a:lnSpc>
              <a:spcBef>
                <a:spcPct val="0"/>
              </a:spcBef>
              <a:spcAft>
                <a:spcPct val="0"/>
              </a:spcAft>
            </a:pPr>
            <a:r>
              <a:rPr altLang="en-US" b="1" dirty="0" sz="2400" lang="zh-CN">
                <a:solidFill>
                  <a:prstClr val="black"/>
                </a:solidFill>
                <a:latin typeface="宋体" panose="02010600030101010101" pitchFamily="2" charset="-122"/>
                <a:ea typeface="宋体" panose="02010600030101010101" pitchFamily="2" charset="-122"/>
                <a:cs typeface="Times New Roman" panose="02020603050405020304" charset="0"/>
              </a:rPr>
              <a:t>三、简答题。 </a:t>
            </a:r>
            <a:endParaRPr altLang="zh-CN" b="1" dirty="0" sz="2400" lang="en-US">
              <a:solidFill>
                <a:prstClr val="black"/>
              </a:solidFill>
              <a:latin typeface="宋体" panose="02010600030101010101" pitchFamily="2" charset="-122"/>
              <a:ea typeface="宋体" panose="02010600030101010101" pitchFamily="2" charset="-122"/>
              <a:cs typeface="Times New Roman" panose="02020603050405020304" charset="0"/>
            </a:endParaRPr>
          </a:p>
        </p:txBody>
      </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924"/>
                                        </p:tgtEl>
                                        <p:attrNameLst>
                                          <p:attrName>style.visibility</p:attrName>
                                        </p:attrNameLst>
                                      </p:cBhvr>
                                      <p:to>
                                        <p:strVal val="visible"/>
                                      </p:to>
                                    </p:set>
                                    <p:anim calcmode="lin" valueType="num">
                                      <p:cBhvr additive="base">
                                        <p:cTn dur="500" fill="hold" id="7"/>
                                        <p:tgtEl>
                                          <p:spTgt spid="1048924"/>
                                        </p:tgtEl>
                                        <p:attrNameLst>
                                          <p:attrName>ppt_x</p:attrName>
                                        </p:attrNameLst>
                                      </p:cBhvr>
                                      <p:tavLst>
                                        <p:tav tm="0">
                                          <p:val>
                                            <p:strVal val="#ppt_x"/>
                                          </p:val>
                                        </p:tav>
                                        <p:tav tm="100000">
                                          <p:val>
                                            <p:strVal val="#ppt_x"/>
                                          </p:val>
                                        </p:tav>
                                      </p:tavLst>
                                    </p:anim>
                                    <p:anim calcmode="lin" valueType="num">
                                      <p:cBhvr additive="base">
                                        <p:cTn dur="500" fill="hold" id="8"/>
                                        <p:tgtEl>
                                          <p:spTgt spid="10489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2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252" name=""/>
        <p:cNvGrpSpPr/>
        <p:nvPr/>
      </p:nvGrpSpPr>
      <p:grpSpPr>
        <a:xfrm>
          <a:off x="0" y="0"/>
          <a:ext cx="0" cy="0"/>
          <a:chOff x="0" y="0"/>
          <a:chExt cx="0" cy="0"/>
        </a:xfrm>
      </p:grpSpPr>
      <p:sp>
        <p:nvSpPr>
          <p:cNvPr id="1048932" name="矩形 12"/>
          <p:cNvSpPr>
            <a:spLocks noChangeArrowheads="1"/>
          </p:cNvSpPr>
          <p:nvPr/>
        </p:nvSpPr>
        <p:spPr bwMode="auto">
          <a:xfrm>
            <a:off x="214313" y="515357"/>
            <a:ext cx="8786812" cy="2272417"/>
          </a:xfrm>
          <a:prstGeom prst="rect"/>
          <a:noFill/>
          <a:ln>
            <a:noFill/>
          </a:ln>
        </p:spPr>
        <p:txBody>
          <a:bodyPr>
            <a:spAutoFit/>
          </a:bodyPr>
          <a:p>
            <a:pPr defTabSz="449580" eaLnBrk="0" fontAlgn="base" hangingPunct="0">
              <a:lnSpc>
                <a:spcPts val="3400"/>
              </a:lnSpc>
              <a:spcBef>
                <a:spcPct val="0"/>
              </a:spcBef>
              <a:spcAft>
                <a:spcPct val="0"/>
              </a:spcAft>
            </a:pPr>
            <a:r>
              <a:rPr altLang="zh-CN" b="1" dirty="0" sz="2200" lang="en-US">
                <a:solidFill>
                  <a:prstClr val="black"/>
                </a:solidFill>
                <a:latin typeface="宋体" panose="02010600030101010101" pitchFamily="2" charset="-122"/>
                <a:ea typeface="宋体" panose="02010600030101010101" pitchFamily="2" charset="-122"/>
                <a:cs typeface="Times New Roman" panose="02020603050405020304" charset="0"/>
              </a:rPr>
              <a:t>2.</a:t>
            </a:r>
            <a:r>
              <a:rPr altLang="zh-CN" b="1" dirty="0" sz="2200" lang="en-US">
                <a:solidFill>
                  <a:srgbClr val="0000FF"/>
                </a:solidFill>
                <a:latin typeface="宋体" panose="02010600030101010101" pitchFamily="2" charset="-122"/>
                <a:ea typeface="宋体" panose="02010600030101010101" pitchFamily="2" charset="-122"/>
                <a:cs typeface="Times New Roman" panose="02020603050405020304" charset="0"/>
              </a:rPr>
              <a:t>【</a:t>
            </a:r>
            <a:r>
              <a:rPr altLang="en-US" b="1" dirty="0" sz="2200" lang="zh-CN">
                <a:solidFill>
                  <a:srgbClr val="0000FF"/>
                </a:solidFill>
                <a:latin typeface="宋体" panose="02010600030101010101" pitchFamily="2" charset="-122"/>
                <a:ea typeface="宋体" panose="02010600030101010101" pitchFamily="2" charset="-122"/>
                <a:cs typeface="Times New Roman" panose="02020603050405020304" charset="0"/>
              </a:rPr>
              <a:t>中考</a:t>
            </a:r>
            <a:r>
              <a:rPr altLang="zh-CN" b="1" dirty="0" sz="2200" lang="en-US">
                <a:solidFill>
                  <a:srgbClr val="0000FF"/>
                </a:solidFill>
                <a:latin typeface="宋体" panose="02010600030101010101" pitchFamily="2" charset="-122"/>
                <a:ea typeface="宋体" panose="02010600030101010101" pitchFamily="2" charset="-122"/>
                <a:cs typeface="Times New Roman" panose="02020603050405020304" charset="0"/>
              </a:rPr>
              <a:t>·</a:t>
            </a:r>
            <a:r>
              <a:rPr altLang="en-US" b="1" dirty="0" sz="2200" lang="zh-CN">
                <a:solidFill>
                  <a:srgbClr val="0000FF"/>
                </a:solidFill>
                <a:latin typeface="宋体" panose="02010600030101010101" pitchFamily="2" charset="-122"/>
                <a:ea typeface="宋体" panose="02010600030101010101" pitchFamily="2" charset="-122"/>
                <a:cs typeface="Times New Roman" panose="02020603050405020304" charset="0"/>
              </a:rPr>
              <a:t>天津</a:t>
            </a:r>
            <a:r>
              <a:rPr altLang="zh-CN" b="1" dirty="0" sz="2200" lang="en-US">
                <a:solidFill>
                  <a:srgbClr val="0000FF"/>
                </a:solidFill>
                <a:latin typeface="宋体" panose="02010600030101010101" pitchFamily="2" charset="-122"/>
                <a:ea typeface="宋体" panose="02010600030101010101" pitchFamily="2" charset="-122"/>
                <a:cs typeface="Times New Roman" panose="02020603050405020304" charset="0"/>
              </a:rPr>
              <a:t>】</a:t>
            </a:r>
            <a:r>
              <a:rPr altLang="en-US" b="1" dirty="0" sz="2200" lang="zh-CN">
                <a:solidFill>
                  <a:prstClr val="black"/>
                </a:solidFill>
                <a:latin typeface="宋体" panose="02010600030101010101" pitchFamily="2" charset="-122"/>
                <a:ea typeface="宋体" panose="02010600030101010101" pitchFamily="2" charset="-122"/>
                <a:cs typeface="Times New Roman" panose="02020603050405020304" charset="0"/>
              </a:rPr>
              <a:t>下面是</a:t>
            </a:r>
            <a:r>
              <a:rPr altLang="zh-CN" b="1" dirty="0" sz="2200" lang="en-US">
                <a:solidFill>
                  <a:prstClr val="black"/>
                </a:solidFill>
                <a:latin typeface="宋体" panose="02010600030101010101" pitchFamily="2" charset="-122"/>
                <a:ea typeface="宋体" panose="02010600030101010101" pitchFamily="2" charset="-122"/>
                <a:cs typeface="Times New Roman" panose="02020603050405020304" charset="0"/>
              </a:rPr>
              <a:t>《</a:t>
            </a:r>
            <a:r>
              <a:rPr altLang="en-US" b="1" dirty="0" sz="2200" lang="zh-CN">
                <a:solidFill>
                  <a:prstClr val="black"/>
                </a:solidFill>
                <a:latin typeface="宋体" panose="02010600030101010101" pitchFamily="2" charset="-122"/>
                <a:ea typeface="宋体" panose="02010600030101010101" pitchFamily="2" charset="-122"/>
                <a:cs typeface="Times New Roman" panose="02020603050405020304" charset="0"/>
              </a:rPr>
              <a:t>水浒传</a:t>
            </a:r>
            <a:r>
              <a:rPr altLang="zh-CN" b="1" dirty="0" sz="2200" lang="en-US">
                <a:solidFill>
                  <a:prstClr val="black"/>
                </a:solidFill>
                <a:latin typeface="宋体" panose="02010600030101010101" pitchFamily="2" charset="-122"/>
                <a:ea typeface="宋体" panose="02010600030101010101" pitchFamily="2" charset="-122"/>
                <a:cs typeface="Times New Roman" panose="02020603050405020304" charset="0"/>
              </a:rPr>
              <a:t>》</a:t>
            </a:r>
            <a:r>
              <a:rPr altLang="en-US" b="1" dirty="0" sz="2200" lang="zh-CN">
                <a:solidFill>
                  <a:prstClr val="black"/>
                </a:solidFill>
                <a:latin typeface="宋体" panose="02010600030101010101" pitchFamily="2" charset="-122"/>
                <a:ea typeface="宋体" panose="02010600030101010101" pitchFamily="2" charset="-122"/>
                <a:cs typeface="Times New Roman" panose="02020603050405020304" charset="0"/>
              </a:rPr>
              <a:t>第十八回“美髯公智稳插翅虎宋公明私放晁天王”中的一首诗，阅读后回答问题。（</a:t>
            </a:r>
            <a:r>
              <a:rPr altLang="zh-CN" b="1" dirty="0" sz="2200" lang="en-US">
                <a:solidFill>
                  <a:prstClr val="black"/>
                </a:solidFill>
                <a:latin typeface="宋体" panose="02010600030101010101" pitchFamily="2" charset="-122"/>
                <a:ea typeface="宋体" panose="02010600030101010101" pitchFamily="2" charset="-122"/>
                <a:cs typeface="Times New Roman" panose="02020603050405020304" charset="0"/>
              </a:rPr>
              <a:t>4 </a:t>
            </a:r>
            <a:r>
              <a:rPr altLang="en-US" b="1" dirty="0" sz="2200" lang="zh-CN">
                <a:solidFill>
                  <a:prstClr val="black"/>
                </a:solidFill>
                <a:latin typeface="宋体" panose="02010600030101010101" pitchFamily="2" charset="-122"/>
                <a:ea typeface="宋体" panose="02010600030101010101" pitchFamily="2" charset="-122"/>
                <a:cs typeface="Times New Roman" panose="02020603050405020304" charset="0"/>
              </a:rPr>
              <a:t>分）</a:t>
            </a:r>
            <a:r>
              <a:rPr altLang="en-US" b="1" dirty="0" sz="2200" lang="zh-CN">
                <a:solidFill>
                  <a:prstClr val="black"/>
                </a:solidFill>
                <a:latin typeface="微软雅黑"/>
                <a:ea typeface="宋体" panose="02010600030101010101" pitchFamily="2" charset="-122"/>
                <a:cs typeface="Times New Roman" panose="02020603050405020304" charset="0"/>
              </a:rPr>
              <a:t/>
            </a:r>
            <a:br>
              <a:rPr altLang="en-US" b="1" dirty="0" sz="2200" lang="zh-CN">
                <a:solidFill>
                  <a:prstClr val="black"/>
                </a:solidFill>
                <a:latin typeface="微软雅黑"/>
                <a:ea typeface="宋体" panose="02010600030101010101" pitchFamily="2" charset="-122"/>
                <a:cs typeface="Times New Roman" panose="02020603050405020304" charset="0"/>
              </a:rPr>
            </a:br>
            <a:r>
              <a:rPr altLang="en-US" b="1" dirty="0" sz="2200" lang="zh-CN">
                <a:solidFill>
                  <a:prstClr val="black"/>
                </a:solidFill>
                <a:latin typeface="微软雅黑"/>
                <a:ea typeface="宋体" panose="02010600030101010101" pitchFamily="2" charset="-122"/>
                <a:cs typeface="Times New Roman" panose="02020603050405020304" charset="0"/>
              </a:rPr>
              <a:t>                </a:t>
            </a:r>
            <a:r>
              <a:rPr altLang="en-US" b="1" dirty="0" sz="2200" lang="zh-CN">
                <a:solidFill>
                  <a:prstClr val="black"/>
                </a:solidFill>
                <a:latin typeface="楷体" panose="02010609060101010101" pitchFamily="49" charset="-122"/>
                <a:ea typeface="楷体" panose="02010609060101010101" pitchFamily="49" charset="-122"/>
                <a:cs typeface="Times New Roman" panose="02020603050405020304" charset="0"/>
              </a:rPr>
              <a:t>太师符督下州来，晁盖逡巡受祸胎。</a:t>
            </a:r>
            <a:endParaRPr altLang="zh-CN" b="1" dirty="0" sz="2200" lang="en-US">
              <a:solidFill>
                <a:prstClr val="black"/>
              </a:solidFill>
              <a:latin typeface="楷体" panose="02010609060101010101" pitchFamily="49" charset="-122"/>
              <a:ea typeface="楷体" panose="02010609060101010101" pitchFamily="49" charset="-122"/>
              <a:cs typeface="Times New Roman" panose="02020603050405020304" charset="0"/>
            </a:endParaRPr>
          </a:p>
          <a:p>
            <a:pPr defTabSz="449580" eaLnBrk="0" fontAlgn="base" hangingPunct="0">
              <a:lnSpc>
                <a:spcPts val="3400"/>
              </a:lnSpc>
              <a:spcBef>
                <a:spcPct val="0"/>
              </a:spcBef>
              <a:spcAft>
                <a:spcPct val="0"/>
              </a:spcAft>
            </a:pPr>
            <a:r>
              <a:rPr altLang="en-US" b="1" dirty="0" sz="2200" lang="zh-CN">
                <a:solidFill>
                  <a:prstClr val="black"/>
                </a:solidFill>
                <a:latin typeface="楷体" panose="02010609060101010101" pitchFamily="49" charset="-122"/>
                <a:ea typeface="楷体" panose="02010609060101010101" pitchFamily="49" charset="-122"/>
                <a:cs typeface="Times New Roman" panose="02020603050405020304" charset="0"/>
              </a:rPr>
              <a:t>         不是宋江潜往报，七人难免这场灾。</a:t>
            </a:r>
            <a:endParaRPr altLang="zh-CN" b="1" dirty="0" sz="2200" lang="en-US">
              <a:solidFill>
                <a:prstClr val="black"/>
              </a:solidFill>
              <a:latin typeface="楷体" panose="02010609060101010101" pitchFamily="49" charset="-122"/>
              <a:ea typeface="楷体" panose="02010609060101010101" pitchFamily="49" charset="-122"/>
              <a:cs typeface="Times New Roman" panose="02020603050405020304" charset="0"/>
            </a:endParaRPr>
          </a:p>
          <a:p>
            <a:pPr defTabSz="449580" eaLnBrk="0" fontAlgn="base" hangingPunct="0">
              <a:lnSpc>
                <a:spcPts val="3400"/>
              </a:lnSpc>
              <a:spcBef>
                <a:spcPct val="0"/>
              </a:spcBef>
              <a:spcAft>
                <a:spcPct val="0"/>
              </a:spcAft>
            </a:pPr>
            <a:r>
              <a:rPr altLang="en-US" b="1" dirty="0" sz="2200" lang="zh-CN">
                <a:solidFill>
                  <a:prstClr val="black"/>
                </a:solidFill>
                <a:latin typeface="宋体" panose="02010600030101010101" pitchFamily="2" charset="-122"/>
                <a:ea typeface="宋体" panose="02010600030101010101" pitchFamily="2" charset="-122"/>
                <a:cs typeface="Times New Roman" panose="02020603050405020304" charset="0"/>
              </a:rPr>
              <a:t>   （</a:t>
            </a:r>
            <a:r>
              <a:rPr altLang="zh-CN" b="1" dirty="0" sz="2200" lang="en-US">
                <a:solidFill>
                  <a:prstClr val="black"/>
                </a:solidFill>
                <a:latin typeface="宋体" panose="02010600030101010101" pitchFamily="2" charset="-122"/>
                <a:ea typeface="宋体" panose="02010600030101010101" pitchFamily="2" charset="-122"/>
                <a:cs typeface="Times New Roman" panose="02020603050405020304" charset="0"/>
              </a:rPr>
              <a:t>1</a:t>
            </a:r>
            <a:r>
              <a:rPr altLang="en-US" b="1" dirty="0" sz="2200" lang="zh-CN">
                <a:solidFill>
                  <a:prstClr val="black"/>
                </a:solidFill>
                <a:latin typeface="宋体" panose="02010600030101010101" pitchFamily="2" charset="-122"/>
                <a:ea typeface="宋体" panose="02010600030101010101" pitchFamily="2" charset="-122"/>
                <a:cs typeface="Times New Roman" panose="02020603050405020304" charset="0"/>
              </a:rPr>
              <a:t>）请结合相关情节，概括“这场灾”产生的原因。（</a:t>
            </a:r>
            <a:r>
              <a:rPr altLang="zh-CN" b="1" dirty="0" sz="2200" lang="en-US">
                <a:solidFill>
                  <a:prstClr val="black"/>
                </a:solidFill>
                <a:latin typeface="宋体" panose="02010600030101010101" pitchFamily="2" charset="-122"/>
                <a:ea typeface="宋体" panose="02010600030101010101" pitchFamily="2" charset="-122"/>
                <a:cs typeface="Times New Roman" panose="02020603050405020304" charset="0"/>
              </a:rPr>
              <a:t>1 </a:t>
            </a:r>
            <a:r>
              <a:rPr altLang="en-US" b="1" dirty="0" sz="2200" lang="zh-CN">
                <a:solidFill>
                  <a:prstClr val="black"/>
                </a:solidFill>
                <a:latin typeface="宋体" panose="02010600030101010101" pitchFamily="2" charset="-122"/>
                <a:ea typeface="宋体" panose="02010600030101010101" pitchFamily="2" charset="-122"/>
                <a:cs typeface="Times New Roman" panose="02020603050405020304" charset="0"/>
              </a:rPr>
              <a:t>分） </a:t>
            </a:r>
            <a:endParaRPr altLang="zh-CN" b="1" dirty="0" sz="2200" lang="en-US">
              <a:solidFill>
                <a:prstClr val="black"/>
              </a:solidFill>
              <a:latin typeface="宋体" panose="02010600030101010101" pitchFamily="2" charset="-122"/>
              <a:ea typeface="宋体" panose="02010600030101010101" pitchFamily="2" charset="-122"/>
            </a:endParaRPr>
          </a:p>
        </p:txBody>
      </p:sp>
      <p:sp>
        <p:nvSpPr>
          <p:cNvPr id="1048933" name="矩形 2"/>
          <p:cNvSpPr>
            <a:spLocks noChangeArrowheads="1"/>
          </p:cNvSpPr>
          <p:nvPr/>
        </p:nvSpPr>
        <p:spPr bwMode="auto">
          <a:xfrm>
            <a:off x="500063" y="2598539"/>
            <a:ext cx="8001000" cy="588645"/>
          </a:xfrm>
          <a:prstGeom prst="rect"/>
          <a:noFill/>
          <a:ln w="9525">
            <a:noFill/>
            <a:miter lim="800000"/>
          </a:ln>
        </p:spPr>
        <p:txBody>
          <a:bodyPr>
            <a:spAutoFit/>
          </a:bodyPr>
          <a:p>
            <a:pPr defTabSz="457200" eaLnBrk="0" fontAlgn="base" hangingPunct="0">
              <a:lnSpc>
                <a:spcPct val="135000"/>
              </a:lnSpc>
              <a:spcBef>
                <a:spcPct val="0"/>
              </a:spcBef>
              <a:spcAft>
                <a:spcPct val="0"/>
              </a:spcAft>
            </a:pPr>
            <a:r>
              <a:rPr altLang="en-US" b="1" dirty="0" sz="2200" lang="zh-CN">
                <a:solidFill>
                  <a:srgbClr val="FF0000"/>
                </a:solidFill>
                <a:latin typeface="楷体" panose="02010609060101010101" pitchFamily="49" charset="-122"/>
                <a:ea typeface="楷体" panose="02010609060101010101" pitchFamily="49" charset="-122"/>
              </a:rPr>
              <a:t>晁盖等人在黄泥冈劫走生辰纲一事败露，官府要捉拿他们。 </a:t>
            </a:r>
            <a:endParaRPr altLang="en-US" dirty="0" sz="2200" lang="zh-CN">
              <a:solidFill>
                <a:prstClr val="black"/>
              </a:solidFill>
              <a:latin typeface="楷体" panose="02010609060101010101" pitchFamily="49" charset="-122"/>
              <a:ea typeface="楷体" panose="02010609060101010101" pitchFamily="49" charset="-122"/>
            </a:endParaRPr>
          </a:p>
        </p:txBody>
      </p:sp>
      <p:sp>
        <p:nvSpPr>
          <p:cNvPr id="1048934" name="Rectangle 11"/>
          <p:cNvSpPr>
            <a:spLocks noChangeArrowheads="1"/>
          </p:cNvSpPr>
          <p:nvPr/>
        </p:nvSpPr>
        <p:spPr bwMode="auto">
          <a:xfrm>
            <a:off x="214313" y="3000375"/>
            <a:ext cx="8786812" cy="701040"/>
          </a:xfrm>
          <a:prstGeom prst="rect"/>
          <a:noFill/>
          <a:ln w="9525">
            <a:noFill/>
            <a:miter lim="800000"/>
          </a:ln>
        </p:spPr>
        <p:txBody>
          <a:bodyPr>
            <a:spAutoFit/>
          </a:bodyPr>
          <a:p>
            <a:pPr defTabSz="457200" eaLnBrk="0" fontAlgn="base" hangingPunct="0" indent="-1078230" marL="1078230">
              <a:lnSpc>
                <a:spcPct val="150000"/>
              </a:lnSpc>
              <a:spcBef>
                <a:spcPct val="0"/>
              </a:spcBef>
              <a:spcAft>
                <a:spcPct val="0"/>
              </a:spcAft>
            </a:pPr>
            <a:r>
              <a:rPr altLang="zh-CN" b="1" dirty="0" sz="2400" lang="en-US">
                <a:solidFill>
                  <a:prstClr val="black"/>
                </a:solidFill>
                <a:latin typeface="宋体" panose="02010600030101010101" pitchFamily="2" charset="-122"/>
                <a:ea typeface="宋体" panose="02010600030101010101" pitchFamily="2" charset="-122"/>
              </a:rPr>
              <a:t>  </a:t>
            </a:r>
            <a:r>
              <a:rPr altLang="en-US" b="1" dirty="0" sz="2400" lang="zh-CN">
                <a:solidFill>
                  <a:prstClr val="black"/>
                </a:solidFill>
                <a:latin typeface="宋体" panose="02010600030101010101" pitchFamily="2" charset="-122"/>
                <a:ea typeface="宋体" panose="02010600030101010101" pitchFamily="2" charset="-122"/>
              </a:rPr>
              <a:t>（</a:t>
            </a:r>
            <a:r>
              <a:rPr altLang="zh-CN" b="1" dirty="0" sz="2400" lang="en-US">
                <a:solidFill>
                  <a:prstClr val="black"/>
                </a:solidFill>
                <a:latin typeface="宋体" panose="02010600030101010101" pitchFamily="2" charset="-122"/>
                <a:ea typeface="宋体" panose="02010600030101010101" pitchFamily="2" charset="-122"/>
              </a:rPr>
              <a:t>2</a:t>
            </a:r>
            <a:r>
              <a:rPr altLang="en-US" b="1" dirty="0" sz="2400" lang="zh-CN">
                <a:solidFill>
                  <a:prstClr val="black"/>
                </a:solidFill>
                <a:latin typeface="宋体" panose="02010600030101010101" pitchFamily="2" charset="-122"/>
                <a:ea typeface="宋体" panose="02010600030101010101" pitchFamily="2" charset="-122"/>
              </a:rPr>
              <a:t>）简述晁盖等人是如何脱险的。（</a:t>
            </a:r>
            <a:r>
              <a:rPr altLang="zh-CN" b="1" dirty="0" sz="2400" lang="en-US">
                <a:solidFill>
                  <a:prstClr val="black"/>
                </a:solidFill>
                <a:latin typeface="宋体" panose="02010600030101010101" pitchFamily="2" charset="-122"/>
                <a:ea typeface="宋体" panose="02010600030101010101" pitchFamily="2" charset="-122"/>
              </a:rPr>
              <a:t>3 </a:t>
            </a:r>
            <a:r>
              <a:rPr altLang="en-US" b="1" dirty="0" sz="2400" lang="zh-CN">
                <a:solidFill>
                  <a:prstClr val="black"/>
                </a:solidFill>
                <a:latin typeface="宋体" panose="02010600030101010101" pitchFamily="2" charset="-122"/>
                <a:ea typeface="宋体" panose="02010600030101010101" pitchFamily="2" charset="-122"/>
              </a:rPr>
              <a:t>分） </a:t>
            </a:r>
            <a:endParaRPr altLang="zh-CN" b="1" dirty="0" sz="2400" lang="en-US">
              <a:solidFill>
                <a:prstClr val="black"/>
              </a:solidFill>
              <a:latin typeface="宋体" panose="02010600030101010101" pitchFamily="2" charset="-122"/>
              <a:ea typeface="宋体" panose="02010600030101010101" pitchFamily="2" charset="-122"/>
            </a:endParaRPr>
          </a:p>
        </p:txBody>
      </p:sp>
      <p:sp>
        <p:nvSpPr>
          <p:cNvPr id="1048935" name="矩形 4"/>
          <p:cNvSpPr>
            <a:spLocks noChangeArrowheads="1"/>
          </p:cNvSpPr>
          <p:nvPr/>
        </p:nvSpPr>
        <p:spPr bwMode="auto">
          <a:xfrm>
            <a:off x="323528" y="3572311"/>
            <a:ext cx="8715375" cy="1120140"/>
          </a:xfrm>
          <a:prstGeom prst="rect"/>
          <a:noFill/>
          <a:ln w="9525">
            <a:noFill/>
            <a:miter lim="800000"/>
          </a:ln>
        </p:spPr>
        <p:txBody>
          <a:bodyPr wrap="square">
            <a:spAutoFit/>
          </a:bodyPr>
          <a:p>
            <a:pPr defTabSz="457200" eaLnBrk="0" fontAlgn="base" hangingPunct="0">
              <a:lnSpc>
                <a:spcPct val="150000"/>
              </a:lnSpc>
              <a:spcBef>
                <a:spcPct val="0"/>
              </a:spcBef>
              <a:spcAft>
                <a:spcPct val="0"/>
              </a:spcAft>
            </a:pPr>
            <a:r>
              <a:rPr altLang="en-US" b="1" dirty="0" sz="2000" lang="zh-CN">
                <a:solidFill>
                  <a:srgbClr val="FF0000"/>
                </a:solidFill>
                <a:latin typeface="楷体" panose="02010609060101010101" pitchFamily="49" charset="-122"/>
                <a:ea typeface="楷体" panose="02010609060101010101" pitchFamily="49" charset="-122"/>
              </a:rPr>
              <a:t>    宋江暗中报信，告诉晁盖等人官府要捉拿他们的消息；晁盖等人逃走时遇到官兵，奋勇迎战；朱仝、雷横故意放走他们，晁盖等人顺利脱险。</a:t>
            </a:r>
            <a:endParaRPr altLang="en-US" dirty="0" sz="1600" lang="zh-CN">
              <a:solidFill>
                <a:prstClr val="black"/>
              </a:solidFill>
              <a:latin typeface="楷体" panose="02010609060101010101" pitchFamily="49" charset="-122"/>
              <a:ea typeface="楷体" panose="02010609060101010101" pitchFamily="49" charset="-122"/>
            </a:endParaRPr>
          </a:p>
        </p:txBody>
      </p:sp>
      <p:grpSp>
        <p:nvGrpSpPr>
          <p:cNvPr id="253" name="组合 15"/>
          <p:cNvGrpSpPr/>
          <p:nvPr/>
        </p:nvGrpSpPr>
        <p:grpSpPr bwMode="auto">
          <a:xfrm>
            <a:off x="34925" y="-20638"/>
            <a:ext cx="2008188" cy="561386"/>
            <a:chOff x="70" y="-63"/>
            <a:chExt cx="3161" cy="883"/>
          </a:xfrm>
        </p:grpSpPr>
        <p:sp>
          <p:nvSpPr>
            <p:cNvPr id="1048936" name="文本框 6"/>
            <p:cNvSpPr txBox="1">
              <a:spLocks noChangeArrowheads="1"/>
            </p:cNvSpPr>
            <p:nvPr/>
          </p:nvSpPr>
          <p:spPr bwMode="auto">
            <a:xfrm>
              <a:off x="678" y="-63"/>
              <a:ext cx="2527"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dirty="0" sz="2800" kumimoji="1" lang="zh-CN">
                  <a:solidFill>
                    <a:prstClr val="black"/>
                  </a:solidFill>
                  <a:latin typeface="黑体" panose="02010609060101010101" pitchFamily="49" charset="-122"/>
                  <a:ea typeface="黑体" panose="02010609060101010101" pitchFamily="49" charset="-122"/>
                </a:rPr>
                <a:t>课堂检测</a:t>
              </a:r>
            </a:p>
          </p:txBody>
        </p:sp>
        <p:cxnSp>
          <p:nvCxnSpPr>
            <p:cNvPr id="3145769" name="直线连接符 9"/>
            <p:cNvCxnSpPr>
              <a:cxnSpLocks/>
            </p:cNvCxnSpPr>
            <p:nvPr/>
          </p:nvCxnSpPr>
          <p:spPr>
            <a:xfrm>
              <a:off x="70" y="701"/>
              <a:ext cx="316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937" name="菱形 8"/>
            <p:cNvSpPr/>
            <p:nvPr/>
          </p:nvSpPr>
          <p:spPr>
            <a:xfrm>
              <a:off x="125" y="149"/>
              <a:ext cx="552"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933"/>
                                        </p:tgtEl>
                                        <p:attrNameLst>
                                          <p:attrName>style.visibility</p:attrName>
                                        </p:attrNameLst>
                                      </p:cBhvr>
                                      <p:to>
                                        <p:strVal val="visible"/>
                                      </p:to>
                                    </p:set>
                                    <p:anim calcmode="lin" valueType="num">
                                      <p:cBhvr additive="base">
                                        <p:cTn dur="500" fill="hold" id="7"/>
                                        <p:tgtEl>
                                          <p:spTgt spid="1048933"/>
                                        </p:tgtEl>
                                        <p:attrNameLst>
                                          <p:attrName>ppt_x</p:attrName>
                                        </p:attrNameLst>
                                      </p:cBhvr>
                                      <p:tavLst>
                                        <p:tav tm="0">
                                          <p:val>
                                            <p:strVal val="#ppt_x"/>
                                          </p:val>
                                        </p:tav>
                                        <p:tav tm="100000">
                                          <p:val>
                                            <p:strVal val="#ppt_x"/>
                                          </p:val>
                                        </p:tav>
                                      </p:tavLst>
                                    </p:anim>
                                    <p:anim calcmode="lin" valueType="num">
                                      <p:cBhvr additive="base">
                                        <p:cTn dur="500" fill="hold" id="8"/>
                                        <p:tgtEl>
                                          <p:spTgt spid="1048933"/>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2" presetSubtype="4">
                                  <p:stCondLst>
                                    <p:cond delay="0"/>
                                  </p:stCondLst>
                                  <p:childTnLst>
                                    <p:set>
                                      <p:cBhvr>
                                        <p:cTn dur="1" fill="hold" id="12">
                                          <p:stCondLst>
                                            <p:cond delay="0"/>
                                          </p:stCondLst>
                                        </p:cTn>
                                        <p:tgtEl>
                                          <p:spTgt spid="1048935"/>
                                        </p:tgtEl>
                                        <p:attrNameLst>
                                          <p:attrName>style.visibility</p:attrName>
                                        </p:attrNameLst>
                                      </p:cBhvr>
                                      <p:to>
                                        <p:strVal val="visible"/>
                                      </p:to>
                                    </p:set>
                                    <p:anim calcmode="lin" valueType="num">
                                      <p:cBhvr additive="base">
                                        <p:cTn dur="500" fill="hold" id="13"/>
                                        <p:tgtEl>
                                          <p:spTgt spid="1048935"/>
                                        </p:tgtEl>
                                        <p:attrNameLst>
                                          <p:attrName>ppt_x</p:attrName>
                                        </p:attrNameLst>
                                      </p:cBhvr>
                                      <p:tavLst>
                                        <p:tav tm="0">
                                          <p:val>
                                            <p:strVal val="#ppt_x"/>
                                          </p:val>
                                        </p:tav>
                                        <p:tav tm="100000">
                                          <p:val>
                                            <p:strVal val="#ppt_x"/>
                                          </p:val>
                                        </p:tav>
                                      </p:tavLst>
                                    </p:anim>
                                    <p:anim calcmode="lin" valueType="num">
                                      <p:cBhvr additive="base">
                                        <p:cTn dur="500" fill="hold" id="14"/>
                                        <p:tgtEl>
                                          <p:spTgt spid="10489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33" grpId="0"/>
      <p:bldP spid="104893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255" name=""/>
        <p:cNvGrpSpPr/>
        <p:nvPr/>
      </p:nvGrpSpPr>
      <p:grpSpPr>
        <a:xfrm>
          <a:off x="0" y="0"/>
          <a:ext cx="0" cy="0"/>
          <a:chOff x="0" y="0"/>
          <a:chExt cx="0" cy="0"/>
        </a:xfrm>
      </p:grpSpPr>
      <p:sp>
        <p:nvSpPr>
          <p:cNvPr id="1048942" name="矩形 1"/>
          <p:cNvSpPr/>
          <p:nvPr/>
        </p:nvSpPr>
        <p:spPr>
          <a:xfrm>
            <a:off x="393068" y="649962"/>
            <a:ext cx="8715436" cy="2123440"/>
          </a:xfrm>
          <a:prstGeom prst="rect"/>
        </p:spPr>
        <p:txBody>
          <a:bodyPr wrap="square">
            <a:spAutoFit/>
          </a:bodyPr>
          <a:p>
            <a:pPr fontAlgn="base">
              <a:lnSpc>
                <a:spcPct val="125000"/>
              </a:lnSpc>
              <a:spcBef>
                <a:spcPct val="0"/>
              </a:spcBef>
              <a:spcAft>
                <a:spcPct val="0"/>
              </a:spcAft>
            </a:pPr>
            <a:r>
              <a:rPr altLang="zh-CN" b="1" dirty="0" sz="2400" lang="en-US">
                <a:solidFill>
                  <a:prstClr val="black">
                    <a:lumMod val="95000"/>
                    <a:lumOff val="5000"/>
                  </a:prstClr>
                </a:solidFill>
                <a:latin typeface="宋体" panose="02010600030101010101" pitchFamily="2" charset="-122"/>
                <a:ea typeface="宋体" panose="02010600030101010101" pitchFamily="2" charset="-122"/>
              </a:rPr>
              <a:t>3.</a:t>
            </a:r>
            <a:r>
              <a:rPr altLang="zh-CN" b="1" dirty="0" sz="2400" lang="zh-CN">
                <a:solidFill>
                  <a:prstClr val="black">
                    <a:lumMod val="95000"/>
                    <a:lumOff val="5000"/>
                  </a:prstClr>
                </a:solidFill>
                <a:latin typeface="宋体" panose="02010600030101010101" pitchFamily="2" charset="-122"/>
                <a:ea typeface="宋体" panose="02010600030101010101" pitchFamily="2" charset="-122"/>
              </a:rPr>
              <a:t>“万卷经书曾读过</a:t>
            </a:r>
            <a:r>
              <a:rPr altLang="en-US" b="1" dirty="0" sz="2400" lang="zh-CN">
                <a:solidFill>
                  <a:prstClr val="black">
                    <a:lumMod val="95000"/>
                    <a:lumOff val="5000"/>
                  </a:prstClr>
                </a:solidFill>
                <a:latin typeface="宋体" panose="02010600030101010101" pitchFamily="2" charset="-122"/>
                <a:ea typeface="宋体" panose="02010600030101010101" pitchFamily="2" charset="-122"/>
              </a:rPr>
              <a:t>，</a:t>
            </a:r>
            <a:r>
              <a:rPr altLang="zh-CN" b="1" dirty="0" sz="2400" lang="zh-CN">
                <a:solidFill>
                  <a:prstClr val="black">
                    <a:lumMod val="95000"/>
                    <a:lumOff val="5000"/>
                  </a:prstClr>
                </a:solidFill>
                <a:latin typeface="宋体" panose="02010600030101010101" pitchFamily="2" charset="-122"/>
                <a:ea typeface="宋体" panose="02010600030101010101" pitchFamily="2" charset="-122"/>
              </a:rPr>
              <a:t>平生机巧心灵</a:t>
            </a:r>
            <a:r>
              <a:rPr altLang="en-US" b="1" dirty="0" sz="2400" lang="zh-CN">
                <a:solidFill>
                  <a:prstClr val="black">
                    <a:lumMod val="95000"/>
                    <a:lumOff val="5000"/>
                  </a:prstClr>
                </a:solidFill>
                <a:latin typeface="宋体" panose="02010600030101010101" pitchFamily="2" charset="-122"/>
                <a:ea typeface="宋体" panose="02010600030101010101" pitchFamily="2" charset="-122"/>
              </a:rPr>
              <a:t>，</a:t>
            </a:r>
            <a:r>
              <a:rPr altLang="zh-CN" b="1" dirty="0" sz="2400" lang="zh-CN">
                <a:solidFill>
                  <a:prstClr val="black">
                    <a:lumMod val="95000"/>
                    <a:lumOff val="5000"/>
                  </a:prstClr>
                </a:solidFill>
                <a:latin typeface="宋体" panose="02010600030101010101" pitchFamily="2" charset="-122"/>
                <a:ea typeface="宋体" panose="02010600030101010101" pitchFamily="2" charset="-122"/>
              </a:rPr>
              <a:t>六韬三略究来精。胸中藏战将</a:t>
            </a:r>
            <a:r>
              <a:rPr altLang="en-US" b="1" dirty="0" sz="2400" lang="zh-CN">
                <a:solidFill>
                  <a:prstClr val="black">
                    <a:lumMod val="95000"/>
                    <a:lumOff val="5000"/>
                  </a:prstClr>
                </a:solidFill>
                <a:latin typeface="宋体" panose="02010600030101010101" pitchFamily="2" charset="-122"/>
                <a:ea typeface="宋体" panose="02010600030101010101" pitchFamily="2" charset="-122"/>
              </a:rPr>
              <a:t>，</a:t>
            </a:r>
            <a:r>
              <a:rPr altLang="zh-CN" b="1" dirty="0" sz="2400" lang="zh-CN">
                <a:solidFill>
                  <a:prstClr val="black">
                    <a:lumMod val="95000"/>
                    <a:lumOff val="5000"/>
                  </a:prstClr>
                </a:solidFill>
                <a:latin typeface="宋体" panose="02010600030101010101" pitchFamily="2" charset="-122"/>
                <a:ea typeface="宋体" panose="02010600030101010101" pitchFamily="2" charset="-122"/>
              </a:rPr>
              <a:t>腹内隐雄兵。谋略敢欺诸葛亮</a:t>
            </a:r>
            <a:r>
              <a:rPr altLang="en-US" b="1" dirty="0" sz="2400" lang="zh-CN">
                <a:solidFill>
                  <a:prstClr val="black">
                    <a:lumMod val="95000"/>
                    <a:lumOff val="5000"/>
                  </a:prstClr>
                </a:solidFill>
                <a:latin typeface="宋体" panose="02010600030101010101" pitchFamily="2" charset="-122"/>
                <a:ea typeface="宋体" panose="02010600030101010101" pitchFamily="2" charset="-122"/>
              </a:rPr>
              <a:t>，</a:t>
            </a:r>
            <a:r>
              <a:rPr altLang="zh-CN" b="1" dirty="0" sz="2400" lang="zh-CN">
                <a:solidFill>
                  <a:prstClr val="black">
                    <a:lumMod val="95000"/>
                    <a:lumOff val="5000"/>
                  </a:prstClr>
                </a:solidFill>
                <a:latin typeface="宋体" panose="02010600030101010101" pitchFamily="2" charset="-122"/>
                <a:ea typeface="宋体" panose="02010600030101010101" pitchFamily="2" charset="-122"/>
              </a:rPr>
              <a:t>陈平岂敌才能。略施小计鬼神惊。”这首诗赞美的是哪位好汉</a:t>
            </a:r>
            <a:r>
              <a:rPr altLang="en-US" b="1" dirty="0" sz="2400" lang="zh-CN">
                <a:solidFill>
                  <a:prstClr val="black">
                    <a:lumMod val="95000"/>
                    <a:lumOff val="5000"/>
                  </a:prstClr>
                </a:solidFill>
                <a:latin typeface="宋体" panose="02010600030101010101" pitchFamily="2" charset="-122"/>
                <a:ea typeface="宋体" panose="02010600030101010101" pitchFamily="2" charset="-122"/>
              </a:rPr>
              <a:t>？</a:t>
            </a:r>
            <a:r>
              <a:rPr altLang="zh-CN" b="1" dirty="0" sz="2400" lang="zh-CN">
                <a:solidFill>
                  <a:prstClr val="black">
                    <a:lumMod val="95000"/>
                    <a:lumOff val="5000"/>
                  </a:prstClr>
                </a:solidFill>
                <a:latin typeface="宋体" panose="02010600030101010101" pitchFamily="2" charset="-122"/>
                <a:ea typeface="宋体" panose="02010600030101010101" pitchFamily="2" charset="-122"/>
              </a:rPr>
              <a:t>他有怎样的性格特点</a:t>
            </a:r>
            <a:r>
              <a:rPr altLang="en-US" b="1" dirty="0" sz="2400" lang="zh-CN">
                <a:solidFill>
                  <a:prstClr val="black">
                    <a:lumMod val="95000"/>
                    <a:lumOff val="5000"/>
                  </a:prstClr>
                </a:solidFill>
                <a:latin typeface="宋体" panose="02010600030101010101" pitchFamily="2" charset="-122"/>
                <a:ea typeface="宋体" panose="02010600030101010101" pitchFamily="2" charset="-122"/>
              </a:rPr>
              <a:t>？</a:t>
            </a:r>
            <a:r>
              <a:rPr altLang="zh-CN" b="1" dirty="0" sz="2400" lang="zh-CN">
                <a:solidFill>
                  <a:prstClr val="black">
                    <a:lumMod val="95000"/>
                    <a:lumOff val="5000"/>
                  </a:prstClr>
                </a:solidFill>
                <a:latin typeface="宋体" panose="02010600030101010101" pitchFamily="2" charset="-122"/>
                <a:ea typeface="宋体" panose="02010600030101010101" pitchFamily="2" charset="-122"/>
              </a:rPr>
              <a:t>写出与他有关的情节（四个即可）</a:t>
            </a:r>
            <a:r>
              <a:rPr altLang="en-US" b="1" dirty="0" sz="2400" lang="zh-CN">
                <a:solidFill>
                  <a:prstClr val="black">
                    <a:lumMod val="95000"/>
                    <a:lumOff val="5000"/>
                  </a:prstClr>
                </a:solidFill>
                <a:latin typeface="宋体" panose="02010600030101010101" pitchFamily="2" charset="-122"/>
                <a:ea typeface="宋体" panose="02010600030101010101" pitchFamily="2" charset="-122"/>
              </a:rPr>
              <a:t>。</a:t>
            </a:r>
            <a:r>
              <a:rPr altLang="zh-CN" b="1" dirty="0" sz="2400" lang="zh-CN">
                <a:solidFill>
                  <a:srgbClr val="C00000"/>
                </a:solidFill>
                <a:latin typeface="宋体" panose="02010600030101010101" pitchFamily="2" charset="-122"/>
                <a:ea typeface="宋体" panose="02010600030101010101" pitchFamily="2" charset="-122"/>
              </a:rPr>
              <a:t>　　</a:t>
            </a:r>
            <a:endParaRPr altLang="en-US" b="1" dirty="0" sz="2400" lang="zh-CN">
              <a:solidFill>
                <a:srgbClr val="C00000"/>
              </a:solidFill>
              <a:latin typeface="宋体" panose="02010600030101010101" pitchFamily="2" charset="-122"/>
              <a:ea typeface="宋体" panose="02010600030101010101" pitchFamily="2" charset="-122"/>
            </a:endParaRPr>
          </a:p>
        </p:txBody>
      </p:sp>
      <p:sp>
        <p:nvSpPr>
          <p:cNvPr id="1048943" name="矩形 2"/>
          <p:cNvSpPr/>
          <p:nvPr/>
        </p:nvSpPr>
        <p:spPr>
          <a:xfrm>
            <a:off x="583582" y="2859504"/>
            <a:ext cx="8334407" cy="955040"/>
          </a:xfrm>
          <a:prstGeom prst="rect"/>
        </p:spPr>
        <p:txBody>
          <a:bodyPr wrap="square">
            <a:spAutoFit/>
          </a:bodyPr>
          <a:p>
            <a:pPr fontAlgn="base">
              <a:spcBef>
                <a:spcPct val="0"/>
              </a:spcBef>
              <a:spcAft>
                <a:spcPct val="0"/>
              </a:spcAft>
            </a:pPr>
            <a:r>
              <a:rPr altLang="zh-CN" b="1" dirty="0" sz="2600" lang="zh-CN">
                <a:solidFill>
                  <a:srgbClr val="FF0000"/>
                </a:solidFill>
                <a:latin typeface="华文楷体" panose="02010600040101010101" pitchFamily="2" charset="-122"/>
                <a:ea typeface="华文楷体" panose="02010600040101010101" pitchFamily="2" charset="-122"/>
              </a:rPr>
              <a:t>吴用</a:t>
            </a:r>
            <a:r>
              <a:rPr altLang="en-US" b="1" dirty="0" sz="2600" lang="zh-CN">
                <a:solidFill>
                  <a:srgbClr val="FF0000"/>
                </a:solidFill>
                <a:latin typeface="华文楷体" panose="02010600040101010101" pitchFamily="2" charset="-122"/>
                <a:ea typeface="华文楷体" panose="02010600040101010101" pitchFamily="2" charset="-122"/>
              </a:rPr>
              <a:t>，</a:t>
            </a:r>
            <a:r>
              <a:rPr altLang="zh-CN" b="1" dirty="0" sz="2600" lang="zh-CN">
                <a:solidFill>
                  <a:srgbClr val="FF0000"/>
                </a:solidFill>
                <a:latin typeface="华文楷体" panose="02010600040101010101" pitchFamily="2" charset="-122"/>
                <a:ea typeface="华文楷体" panose="02010600040101010101" pitchFamily="2" charset="-122"/>
              </a:rPr>
              <a:t>沉着、冷静、足智多谋</a:t>
            </a:r>
            <a:r>
              <a:rPr altLang="en-US" b="1" dirty="0" sz="2600" lang="zh-CN">
                <a:solidFill>
                  <a:srgbClr val="FF0000"/>
                </a:solidFill>
                <a:latin typeface="华文楷体" panose="02010600040101010101" pitchFamily="2" charset="-122"/>
                <a:ea typeface="华文楷体" panose="02010600040101010101" pitchFamily="2" charset="-122"/>
              </a:rPr>
              <a:t>。</a:t>
            </a:r>
            <a:endParaRPr altLang="zh-CN" b="1" dirty="0" sz="2600" lang="en-US">
              <a:solidFill>
                <a:srgbClr val="FF0000"/>
              </a:solidFill>
              <a:latin typeface="华文楷体" panose="02010600040101010101" pitchFamily="2" charset="-122"/>
              <a:ea typeface="华文楷体" panose="02010600040101010101" pitchFamily="2" charset="-122"/>
            </a:endParaRPr>
          </a:p>
          <a:p>
            <a:pPr fontAlgn="base">
              <a:spcBef>
                <a:spcPct val="0"/>
              </a:spcBef>
              <a:spcAft>
                <a:spcPct val="0"/>
              </a:spcAft>
            </a:pPr>
            <a:r>
              <a:rPr altLang="zh-CN" b="1" dirty="0" sz="2600" lang="zh-CN">
                <a:solidFill>
                  <a:srgbClr val="FF0000"/>
                </a:solidFill>
                <a:latin typeface="华文楷体" panose="02010600040101010101" pitchFamily="2" charset="-122"/>
                <a:ea typeface="华文楷体" panose="02010600040101010101" pitchFamily="2" charset="-122"/>
              </a:rPr>
              <a:t>智取生辰纲</a:t>
            </a:r>
            <a:r>
              <a:rPr altLang="en-US" b="1" dirty="0" sz="2600" lang="zh-CN">
                <a:solidFill>
                  <a:srgbClr val="FF0000"/>
                </a:solidFill>
                <a:latin typeface="华文楷体" panose="02010600040101010101" pitchFamily="2" charset="-122"/>
                <a:ea typeface="华文楷体" panose="02010600040101010101" pitchFamily="2" charset="-122"/>
              </a:rPr>
              <a:t>、</a:t>
            </a:r>
            <a:r>
              <a:rPr altLang="zh-CN" b="1" dirty="0" sz="2600" lang="zh-CN">
                <a:solidFill>
                  <a:srgbClr val="FF0000"/>
                </a:solidFill>
                <a:latin typeface="华文楷体" panose="02010600040101010101" pitchFamily="2" charset="-122"/>
                <a:ea typeface="华文楷体" panose="02010600040101010101" pitchFamily="2" charset="-122"/>
              </a:rPr>
              <a:t>智取大明府</a:t>
            </a:r>
            <a:r>
              <a:rPr altLang="en-US" b="1" dirty="0" sz="2600" lang="zh-CN">
                <a:solidFill>
                  <a:srgbClr val="FF0000"/>
                </a:solidFill>
                <a:latin typeface="华文楷体" panose="02010600040101010101" pitchFamily="2" charset="-122"/>
                <a:ea typeface="华文楷体" panose="02010600040101010101" pitchFamily="2" charset="-122"/>
              </a:rPr>
              <a:t>、</a:t>
            </a:r>
            <a:r>
              <a:rPr altLang="zh-CN" b="1" dirty="0" sz="2600" lang="zh-CN">
                <a:solidFill>
                  <a:srgbClr val="FF0000"/>
                </a:solidFill>
                <a:latin typeface="华文楷体" panose="02010600040101010101" pitchFamily="2" charset="-122"/>
                <a:ea typeface="华文楷体" panose="02010600040101010101" pitchFamily="2" charset="-122"/>
              </a:rPr>
              <a:t>智取文安县</a:t>
            </a:r>
            <a:r>
              <a:rPr altLang="en-US" b="1" dirty="0" sz="2600" lang="zh-CN">
                <a:solidFill>
                  <a:srgbClr val="FF0000"/>
                </a:solidFill>
                <a:latin typeface="华文楷体" panose="02010600040101010101" pitchFamily="2" charset="-122"/>
                <a:ea typeface="华文楷体" panose="02010600040101010101" pitchFamily="2" charset="-122"/>
              </a:rPr>
              <a:t>、</a:t>
            </a:r>
            <a:r>
              <a:rPr altLang="zh-CN" b="1" dirty="0" sz="2600" lang="zh-CN">
                <a:solidFill>
                  <a:srgbClr val="FF0000"/>
                </a:solidFill>
                <a:latin typeface="华文楷体" panose="02010600040101010101" pitchFamily="2" charset="-122"/>
                <a:ea typeface="华文楷体" panose="02010600040101010101" pitchFamily="2" charset="-122"/>
              </a:rPr>
              <a:t>排九宫八卦阵</a:t>
            </a:r>
            <a:r>
              <a:rPr altLang="en-US" b="1" dirty="0" sz="2600" lang="zh-CN">
                <a:solidFill>
                  <a:srgbClr val="FF0000"/>
                </a:solidFill>
                <a:latin typeface="华文楷体" panose="02010600040101010101" pitchFamily="2" charset="-122"/>
                <a:ea typeface="华文楷体" panose="02010600040101010101" pitchFamily="2" charset="-122"/>
              </a:rPr>
              <a:t>。</a:t>
            </a:r>
          </a:p>
        </p:txBody>
      </p:sp>
      <p:grpSp>
        <p:nvGrpSpPr>
          <p:cNvPr id="256" name="组合 15"/>
          <p:cNvGrpSpPr/>
          <p:nvPr/>
        </p:nvGrpSpPr>
        <p:grpSpPr bwMode="auto">
          <a:xfrm>
            <a:off x="34925" y="-20638"/>
            <a:ext cx="2008188" cy="561386"/>
            <a:chOff x="70" y="-63"/>
            <a:chExt cx="3161" cy="883"/>
          </a:xfrm>
        </p:grpSpPr>
        <p:sp>
          <p:nvSpPr>
            <p:cNvPr id="1048944" name="文本框 6"/>
            <p:cNvSpPr txBox="1">
              <a:spLocks noChangeArrowheads="1"/>
            </p:cNvSpPr>
            <p:nvPr/>
          </p:nvSpPr>
          <p:spPr bwMode="auto">
            <a:xfrm>
              <a:off x="678" y="-63"/>
              <a:ext cx="2527"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课堂检测</a:t>
              </a:r>
            </a:p>
          </p:txBody>
        </p:sp>
        <p:cxnSp>
          <p:nvCxnSpPr>
            <p:cNvPr id="3145770" name="直线连接符 9"/>
            <p:cNvCxnSpPr>
              <a:cxnSpLocks/>
            </p:cNvCxnSpPr>
            <p:nvPr/>
          </p:nvCxnSpPr>
          <p:spPr>
            <a:xfrm>
              <a:off x="70" y="701"/>
              <a:ext cx="316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945" name="菱形 6"/>
            <p:cNvSpPr/>
            <p:nvPr/>
          </p:nvSpPr>
          <p:spPr>
            <a:xfrm>
              <a:off x="125" y="149"/>
              <a:ext cx="552"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42" presetSubtype="0">
                                  <p:stCondLst>
                                    <p:cond delay="0"/>
                                  </p:stCondLst>
                                  <p:childTnLst>
                                    <p:set>
                                      <p:cBhvr>
                                        <p:cTn dur="1" fill="hold" id="6">
                                          <p:stCondLst>
                                            <p:cond delay="0"/>
                                          </p:stCondLst>
                                        </p:cTn>
                                        <p:tgtEl>
                                          <p:spTgt spid="1048943"/>
                                        </p:tgtEl>
                                        <p:attrNameLst>
                                          <p:attrName>style.visibility</p:attrName>
                                        </p:attrNameLst>
                                      </p:cBhvr>
                                      <p:to>
                                        <p:strVal val="visible"/>
                                      </p:to>
                                    </p:set>
                                    <p:animEffect transition="in" filter="fade">
                                      <p:cBhvr>
                                        <p:cTn dur="1000" id="7"/>
                                        <p:tgtEl>
                                          <p:spTgt spid="1048943"/>
                                        </p:tgtEl>
                                      </p:cBhvr>
                                    </p:animEffect>
                                    <p:anim calcmode="lin" valueType="num">
                                      <p:cBhvr>
                                        <p:cTn dur="1000" fill="hold" id="8"/>
                                        <p:tgtEl>
                                          <p:spTgt spid="1048943"/>
                                        </p:tgtEl>
                                        <p:attrNameLst>
                                          <p:attrName>ppt_x</p:attrName>
                                        </p:attrNameLst>
                                      </p:cBhvr>
                                      <p:tavLst>
                                        <p:tav tm="0">
                                          <p:val>
                                            <p:strVal val="#ppt_x"/>
                                          </p:val>
                                        </p:tav>
                                        <p:tav tm="100000">
                                          <p:val>
                                            <p:strVal val="#ppt_x"/>
                                          </p:val>
                                        </p:tav>
                                      </p:tavLst>
                                    </p:anim>
                                    <p:anim calcmode="lin" valueType="num">
                                      <p:cBhvr>
                                        <p:cTn dur="1000" fill="hold" id="9"/>
                                        <p:tgtEl>
                                          <p:spTgt spid="10489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4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258" name=""/>
        <p:cNvGrpSpPr/>
        <p:nvPr/>
      </p:nvGrpSpPr>
      <p:grpSpPr>
        <a:xfrm>
          <a:off x="0" y="0"/>
          <a:ext cx="0" cy="0"/>
          <a:chOff x="0" y="0"/>
          <a:chExt cx="0" cy="0"/>
        </a:xfrm>
      </p:grpSpPr>
      <p:sp>
        <p:nvSpPr>
          <p:cNvPr id="1048950" name="矩形 1"/>
          <p:cNvSpPr/>
          <p:nvPr/>
        </p:nvSpPr>
        <p:spPr>
          <a:xfrm>
            <a:off x="428596" y="627534"/>
            <a:ext cx="8429684" cy="1615439"/>
          </a:xfrm>
          <a:prstGeom prst="rect"/>
        </p:spPr>
        <p:txBody>
          <a:bodyPr wrap="square">
            <a:spAutoFit/>
          </a:bodyPr>
          <a:p>
            <a:pPr fontAlgn="base">
              <a:lnSpc>
                <a:spcPct val="125000"/>
              </a:lnSpc>
              <a:spcBef>
                <a:spcPct val="0"/>
              </a:spcBef>
              <a:spcAft>
                <a:spcPct val="0"/>
              </a:spcAft>
            </a:pPr>
            <a:r>
              <a:rPr altLang="zh-CN" b="1" dirty="0" sz="2400" lang="en-US">
                <a:solidFill>
                  <a:prstClr val="black">
                    <a:lumMod val="85000"/>
                    <a:lumOff val="15000"/>
                  </a:prstClr>
                </a:solidFill>
                <a:latin typeface="宋体" panose="02010600030101010101" pitchFamily="2" charset="-122"/>
                <a:ea typeface="宋体" panose="02010600030101010101" pitchFamily="2" charset="-122"/>
              </a:rPr>
              <a:t>4.</a:t>
            </a:r>
            <a:r>
              <a:rPr altLang="zh-CN" b="1" dirty="0" sz="2400" lang="zh-CN">
                <a:solidFill>
                  <a:prstClr val="black">
                    <a:lumMod val="85000"/>
                    <a:lumOff val="15000"/>
                  </a:prstClr>
                </a:solidFill>
                <a:latin typeface="宋体" panose="02010600030101010101" pitchFamily="2" charset="-122"/>
                <a:ea typeface="宋体" panose="02010600030101010101" pitchFamily="2" charset="-122"/>
              </a:rPr>
              <a:t>“黑熊一身粗肉</a:t>
            </a:r>
            <a:r>
              <a:rPr altLang="en-US" b="1" dirty="0" sz="2400" lang="zh-CN">
                <a:solidFill>
                  <a:prstClr val="black">
                    <a:lumMod val="85000"/>
                    <a:lumOff val="15000"/>
                  </a:prstClr>
                </a:solidFill>
                <a:latin typeface="宋体" panose="02010600030101010101" pitchFamily="2" charset="-122"/>
                <a:ea typeface="宋体" panose="02010600030101010101" pitchFamily="2" charset="-122"/>
              </a:rPr>
              <a:t>，</a:t>
            </a:r>
            <a:r>
              <a:rPr altLang="zh-CN" b="1" dirty="0" sz="2400" lang="zh-CN">
                <a:solidFill>
                  <a:prstClr val="black">
                    <a:lumMod val="85000"/>
                    <a:lumOff val="15000"/>
                  </a:prstClr>
                </a:solidFill>
                <a:latin typeface="宋体" panose="02010600030101010101" pitchFamily="2" charset="-122"/>
                <a:ea typeface="宋体" panose="02010600030101010101" pitchFamily="2" charset="-122"/>
              </a:rPr>
              <a:t>铁牛似遍体顽皮</a:t>
            </a:r>
            <a:r>
              <a:rPr altLang="en-US" b="1" dirty="0" sz="2400" lang="zh-CN">
                <a:solidFill>
                  <a:prstClr val="black">
                    <a:lumMod val="85000"/>
                    <a:lumOff val="15000"/>
                  </a:prstClr>
                </a:solidFill>
                <a:latin typeface="宋体" panose="02010600030101010101" pitchFamily="2" charset="-122"/>
                <a:ea typeface="宋体" panose="02010600030101010101" pitchFamily="2" charset="-122"/>
              </a:rPr>
              <a:t>，</a:t>
            </a:r>
            <a:r>
              <a:rPr altLang="zh-CN" b="1" dirty="0" sz="2400" lang="zh-CN">
                <a:solidFill>
                  <a:prstClr val="black">
                    <a:lumMod val="85000"/>
                    <a:lumOff val="15000"/>
                  </a:prstClr>
                </a:solidFill>
                <a:latin typeface="宋体" panose="02010600030101010101" pitchFamily="2" charset="-122"/>
                <a:ea typeface="宋体" panose="02010600030101010101" pitchFamily="2" charset="-122"/>
              </a:rPr>
              <a:t>交加一字赤黄眉</a:t>
            </a:r>
            <a:r>
              <a:rPr altLang="en-US" b="1" dirty="0" sz="2400" lang="zh-CN">
                <a:solidFill>
                  <a:prstClr val="black">
                    <a:lumMod val="85000"/>
                    <a:lumOff val="15000"/>
                  </a:prstClr>
                </a:solidFill>
                <a:latin typeface="宋体" panose="02010600030101010101" pitchFamily="2" charset="-122"/>
                <a:ea typeface="宋体" panose="02010600030101010101" pitchFamily="2" charset="-122"/>
              </a:rPr>
              <a:t>，</a:t>
            </a:r>
            <a:r>
              <a:rPr altLang="zh-CN" b="1" dirty="0" sz="2400" lang="zh-CN">
                <a:solidFill>
                  <a:prstClr val="black">
                    <a:lumMod val="85000"/>
                    <a:lumOff val="15000"/>
                  </a:prstClr>
                </a:solidFill>
                <a:latin typeface="宋体" panose="02010600030101010101" pitchFamily="2" charset="-122"/>
                <a:ea typeface="宋体" panose="02010600030101010101" pitchFamily="2" charset="-122"/>
              </a:rPr>
              <a:t>双眼赤丝乱系。怒发浑如铁刷</a:t>
            </a:r>
            <a:r>
              <a:rPr altLang="en-US" b="1" dirty="0" sz="2400" lang="zh-CN">
                <a:solidFill>
                  <a:prstClr val="black">
                    <a:lumMod val="85000"/>
                    <a:lumOff val="15000"/>
                  </a:prstClr>
                </a:solidFill>
                <a:latin typeface="宋体" panose="02010600030101010101" pitchFamily="2" charset="-122"/>
                <a:ea typeface="宋体" panose="02010600030101010101" pitchFamily="2" charset="-122"/>
              </a:rPr>
              <a:t>，</a:t>
            </a:r>
            <a:r>
              <a:rPr altLang="zh-CN" b="1" dirty="0" sz="2400" lang="zh-CN">
                <a:solidFill>
                  <a:prstClr val="black">
                    <a:lumMod val="85000"/>
                    <a:lumOff val="15000"/>
                  </a:prstClr>
                </a:solidFill>
                <a:latin typeface="宋体" panose="02010600030101010101" pitchFamily="2" charset="-122"/>
                <a:ea typeface="宋体" panose="02010600030101010101" pitchFamily="2" charset="-122"/>
              </a:rPr>
              <a:t>狰狞好似狻猊。天蓬恶煞下云梯”。这写的是小说哪位好汉</a:t>
            </a:r>
            <a:r>
              <a:rPr altLang="en-US" b="1" dirty="0" sz="2400" lang="zh-CN">
                <a:solidFill>
                  <a:prstClr val="black">
                    <a:lumMod val="85000"/>
                    <a:lumOff val="15000"/>
                  </a:prstClr>
                </a:solidFill>
                <a:latin typeface="宋体" panose="02010600030101010101" pitchFamily="2" charset="-122"/>
                <a:ea typeface="宋体" panose="02010600030101010101" pitchFamily="2" charset="-122"/>
              </a:rPr>
              <a:t>？</a:t>
            </a:r>
            <a:r>
              <a:rPr altLang="zh-CN" b="1" dirty="0" sz="2400" lang="zh-CN">
                <a:solidFill>
                  <a:prstClr val="black">
                    <a:lumMod val="85000"/>
                    <a:lumOff val="15000"/>
                  </a:prstClr>
                </a:solidFill>
                <a:latin typeface="宋体" panose="02010600030101010101" pitchFamily="2" charset="-122"/>
                <a:ea typeface="宋体" panose="02010600030101010101" pitchFamily="2" charset="-122"/>
              </a:rPr>
              <a:t>他的性格特点是什么</a:t>
            </a:r>
            <a:r>
              <a:rPr altLang="en-US" b="1" dirty="0" sz="2400" lang="zh-CN">
                <a:solidFill>
                  <a:prstClr val="black">
                    <a:lumMod val="85000"/>
                    <a:lumOff val="15000"/>
                  </a:prstClr>
                </a:solidFill>
                <a:latin typeface="宋体" panose="02010600030101010101" pitchFamily="2" charset="-122"/>
                <a:ea typeface="宋体" panose="02010600030101010101" pitchFamily="2" charset="-122"/>
              </a:rPr>
              <a:t>？</a:t>
            </a:r>
            <a:endParaRPr altLang="en-US" dirty="0" sz="2400" lang="zh-CN">
              <a:solidFill>
                <a:prstClr val="black">
                  <a:lumMod val="85000"/>
                  <a:lumOff val="15000"/>
                </a:prstClr>
              </a:solidFill>
              <a:latin typeface="宋体" panose="02010600030101010101" pitchFamily="2" charset="-122"/>
              <a:ea typeface="宋体" panose="02010600030101010101" pitchFamily="2" charset="-122"/>
            </a:endParaRPr>
          </a:p>
        </p:txBody>
      </p:sp>
      <p:sp>
        <p:nvSpPr>
          <p:cNvPr id="1048951" name="矩形 2"/>
          <p:cNvSpPr/>
          <p:nvPr/>
        </p:nvSpPr>
        <p:spPr>
          <a:xfrm>
            <a:off x="1571604" y="2636552"/>
            <a:ext cx="5376660" cy="624840"/>
          </a:xfrm>
          <a:prstGeom prst="rect"/>
        </p:spPr>
        <p:txBody>
          <a:bodyPr wrap="square">
            <a:spAutoFit/>
          </a:bodyPr>
          <a:p>
            <a:pPr fontAlgn="base">
              <a:spcBef>
                <a:spcPct val="0"/>
              </a:spcBef>
              <a:spcAft>
                <a:spcPct val="0"/>
              </a:spcAft>
            </a:pPr>
            <a:r>
              <a:rPr altLang="zh-CN" b="1" dirty="0" sz="3200" lang="zh-CN">
                <a:solidFill>
                  <a:srgbClr val="FF0000"/>
                </a:solidFill>
                <a:latin typeface="华文楷体" panose="02010600040101010101" pitchFamily="2" charset="-122"/>
                <a:ea typeface="华文楷体" panose="02010600040101010101" pitchFamily="2" charset="-122"/>
              </a:rPr>
              <a:t>李逵</a:t>
            </a:r>
            <a:r>
              <a:rPr altLang="en-US" b="1" dirty="0" sz="3200" lang="zh-CN">
                <a:solidFill>
                  <a:srgbClr val="FF0000"/>
                </a:solidFill>
                <a:latin typeface="华文楷体" panose="02010600040101010101" pitchFamily="2" charset="-122"/>
                <a:ea typeface="华文楷体" panose="02010600040101010101" pitchFamily="2" charset="-122"/>
              </a:rPr>
              <a:t>，</a:t>
            </a:r>
            <a:r>
              <a:rPr altLang="zh-CN" b="1" dirty="0" sz="3200" lang="zh-CN">
                <a:solidFill>
                  <a:srgbClr val="FF0000"/>
                </a:solidFill>
                <a:latin typeface="华文楷体" panose="02010600040101010101" pitchFamily="2" charset="-122"/>
                <a:ea typeface="华文楷体" panose="02010600040101010101" pitchFamily="2" charset="-122"/>
              </a:rPr>
              <a:t>粗鲁耿直</a:t>
            </a:r>
            <a:r>
              <a:rPr altLang="en-US" b="1" dirty="0" sz="3200" lang="zh-CN">
                <a:solidFill>
                  <a:srgbClr val="FF0000"/>
                </a:solidFill>
                <a:latin typeface="华文楷体" panose="02010600040101010101" pitchFamily="2" charset="-122"/>
                <a:ea typeface="华文楷体" panose="02010600040101010101" pitchFamily="2" charset="-122"/>
              </a:rPr>
              <a:t>、</a:t>
            </a:r>
            <a:r>
              <a:rPr altLang="zh-CN" b="1" dirty="0" sz="3200" lang="zh-CN">
                <a:solidFill>
                  <a:srgbClr val="FF0000"/>
                </a:solidFill>
                <a:latin typeface="华文楷体" panose="02010600040101010101" pitchFamily="2" charset="-122"/>
                <a:ea typeface="华文楷体" panose="02010600040101010101" pitchFamily="2" charset="-122"/>
              </a:rPr>
              <a:t>纯朴鲁莽</a:t>
            </a:r>
            <a:r>
              <a:rPr altLang="en-US" b="1" dirty="0" sz="3200" lang="zh-CN">
                <a:solidFill>
                  <a:srgbClr val="FF0000"/>
                </a:solidFill>
                <a:latin typeface="华文楷体" panose="02010600040101010101" pitchFamily="2" charset="-122"/>
                <a:ea typeface="华文楷体" panose="02010600040101010101" pitchFamily="2" charset="-122"/>
              </a:rPr>
              <a:t>。</a:t>
            </a:r>
          </a:p>
        </p:txBody>
      </p:sp>
      <p:grpSp>
        <p:nvGrpSpPr>
          <p:cNvPr id="259" name="组合 15"/>
          <p:cNvGrpSpPr/>
          <p:nvPr/>
        </p:nvGrpSpPr>
        <p:grpSpPr bwMode="auto">
          <a:xfrm>
            <a:off x="34925" y="-20638"/>
            <a:ext cx="2008188" cy="561386"/>
            <a:chOff x="70" y="-63"/>
            <a:chExt cx="3161" cy="883"/>
          </a:xfrm>
        </p:grpSpPr>
        <p:sp>
          <p:nvSpPr>
            <p:cNvPr id="1048952" name="文本框 6"/>
            <p:cNvSpPr txBox="1">
              <a:spLocks noChangeArrowheads="1"/>
            </p:cNvSpPr>
            <p:nvPr/>
          </p:nvSpPr>
          <p:spPr bwMode="auto">
            <a:xfrm>
              <a:off x="678" y="-63"/>
              <a:ext cx="2527"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dirty="0" sz="2800" kumimoji="1" lang="zh-CN">
                  <a:solidFill>
                    <a:prstClr val="black"/>
                  </a:solidFill>
                  <a:latin typeface="黑体" panose="02010609060101010101" pitchFamily="49" charset="-122"/>
                  <a:ea typeface="黑体" panose="02010609060101010101" pitchFamily="49" charset="-122"/>
                </a:rPr>
                <a:t>课堂检测</a:t>
              </a:r>
            </a:p>
          </p:txBody>
        </p:sp>
        <p:cxnSp>
          <p:nvCxnSpPr>
            <p:cNvPr id="3145771" name="直线连接符 9"/>
            <p:cNvCxnSpPr>
              <a:cxnSpLocks/>
            </p:cNvCxnSpPr>
            <p:nvPr/>
          </p:nvCxnSpPr>
          <p:spPr>
            <a:xfrm>
              <a:off x="70" y="701"/>
              <a:ext cx="316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953" name="菱形 6"/>
            <p:cNvSpPr/>
            <p:nvPr/>
          </p:nvSpPr>
          <p:spPr>
            <a:xfrm>
              <a:off x="125" y="149"/>
              <a:ext cx="552"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42" presetSubtype="0">
                                  <p:stCondLst>
                                    <p:cond delay="0"/>
                                  </p:stCondLst>
                                  <p:childTnLst>
                                    <p:set>
                                      <p:cBhvr>
                                        <p:cTn dur="1" fill="hold" id="6">
                                          <p:stCondLst>
                                            <p:cond delay="0"/>
                                          </p:stCondLst>
                                        </p:cTn>
                                        <p:tgtEl>
                                          <p:spTgt spid="1048951"/>
                                        </p:tgtEl>
                                        <p:attrNameLst>
                                          <p:attrName>style.visibility</p:attrName>
                                        </p:attrNameLst>
                                      </p:cBhvr>
                                      <p:to>
                                        <p:strVal val="visible"/>
                                      </p:to>
                                    </p:set>
                                    <p:animEffect transition="in" filter="fade">
                                      <p:cBhvr>
                                        <p:cTn dur="1000" id="7"/>
                                        <p:tgtEl>
                                          <p:spTgt spid="1048951"/>
                                        </p:tgtEl>
                                      </p:cBhvr>
                                    </p:animEffect>
                                    <p:anim calcmode="lin" valueType="num">
                                      <p:cBhvr>
                                        <p:cTn dur="1000" fill="hold" id="8"/>
                                        <p:tgtEl>
                                          <p:spTgt spid="1048951"/>
                                        </p:tgtEl>
                                        <p:attrNameLst>
                                          <p:attrName>ppt_x</p:attrName>
                                        </p:attrNameLst>
                                      </p:cBhvr>
                                      <p:tavLst>
                                        <p:tav tm="0">
                                          <p:val>
                                            <p:strVal val="#ppt_x"/>
                                          </p:val>
                                        </p:tav>
                                        <p:tav tm="100000">
                                          <p:val>
                                            <p:strVal val="#ppt_x"/>
                                          </p:val>
                                        </p:tav>
                                      </p:tavLst>
                                    </p:anim>
                                    <p:anim calcmode="lin" valueType="num">
                                      <p:cBhvr>
                                        <p:cTn dur="1000" fill="hold" id="9"/>
                                        <p:tgtEl>
                                          <p:spTgt spid="10489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5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261" name=""/>
        <p:cNvGrpSpPr/>
        <p:nvPr/>
      </p:nvGrpSpPr>
      <p:grpSpPr>
        <a:xfrm>
          <a:off x="0" y="0"/>
          <a:ext cx="0" cy="0"/>
          <a:chOff x="0" y="0"/>
          <a:chExt cx="0" cy="0"/>
        </a:xfrm>
      </p:grpSpPr>
      <p:sp>
        <p:nvSpPr>
          <p:cNvPr id="1048958" name="矩形 1"/>
          <p:cNvSpPr/>
          <p:nvPr/>
        </p:nvSpPr>
        <p:spPr>
          <a:xfrm>
            <a:off x="400130" y="545679"/>
            <a:ext cx="2621280" cy="497839"/>
          </a:xfrm>
          <a:prstGeom prst="rect"/>
        </p:spPr>
        <p:txBody>
          <a:bodyPr wrap="none">
            <a:spAutoFit/>
          </a:bodyPr>
          <a:p>
            <a:pPr eaLnBrk="0" fontAlgn="base" hangingPunct="0">
              <a:spcBef>
                <a:spcPct val="0"/>
              </a:spcBef>
              <a:spcAft>
                <a:spcPct val="0"/>
              </a:spcAft>
            </a:pPr>
            <a:r>
              <a:rPr altLang="en-US" b="1" dirty="0" sz="2400" lang="zh-CN">
                <a:solidFill>
                  <a:prstClr val="black"/>
                </a:solidFill>
                <a:latin typeface="宋体" panose="02010600030101010101" pitchFamily="2" charset="-122"/>
                <a:ea typeface="宋体" panose="02010600030101010101" pitchFamily="2" charset="-122"/>
                <a:cs typeface="Times New Roman" panose="02020603050405020304" charset="0"/>
              </a:rPr>
              <a:t>四、片段阅读题。</a:t>
            </a:r>
            <a:endParaRPr altLang="en-US" dirty="0" sz="2400" lang="zh-CN">
              <a:solidFill>
                <a:prstClr val="black"/>
              </a:solidFill>
              <a:latin typeface="宋体" panose="02010600030101010101" pitchFamily="2" charset="-122"/>
              <a:ea typeface="宋体" panose="02010600030101010101" pitchFamily="2" charset="-122"/>
            </a:endParaRPr>
          </a:p>
        </p:txBody>
      </p:sp>
      <p:sp>
        <p:nvSpPr>
          <p:cNvPr id="1048959" name="TextBox 2"/>
          <p:cNvSpPr txBox="1">
            <a:spLocks noChangeArrowheads="1"/>
          </p:cNvSpPr>
          <p:nvPr/>
        </p:nvSpPr>
        <p:spPr bwMode="auto">
          <a:xfrm>
            <a:off x="179512" y="1203598"/>
            <a:ext cx="8820472" cy="3789680"/>
          </a:xfrm>
          <a:prstGeom prst="rect"/>
          <a:noFill/>
          <a:ln w="9525">
            <a:noFill/>
            <a:miter lim="800000"/>
          </a:ln>
        </p:spPr>
        <p:txBody>
          <a:bodyPr wrap="square">
            <a:spAutoFit/>
          </a:bodyPr>
          <a:p>
            <a:pPr defTabSz="457200" eaLnBrk="0" fontAlgn="base" hangingPunct="0">
              <a:lnSpc>
                <a:spcPct val="130000"/>
              </a:lnSpc>
              <a:spcBef>
                <a:spcPct val="0"/>
              </a:spcBef>
              <a:spcAft>
                <a:spcPct val="0"/>
              </a:spcAft>
            </a:pPr>
            <a:r>
              <a:rPr altLang="en-US" b="1" dirty="0" sz="2400" lang="zh-CN">
                <a:solidFill>
                  <a:prstClr val="black"/>
                </a:solidFill>
                <a:latin typeface="楷体" panose="02010609060101010101" pitchFamily="49" charset="-122"/>
                <a:ea typeface="楷体" panose="02010609060101010101" pitchFamily="49" charset="-122"/>
                <a:cs typeface="Times New Roman" panose="02020603050405020304" charset="0"/>
              </a:rPr>
              <a:t>    李逵困眼睁开，对宋江道：“哥哥不带我来也罢了，既带我来，却教我看房，闷出鸟来。你们都自去快活！”宋江道：“为你生性不善，面貌丑恶，不争带你入城，只恐因而惹祸。”李逵便道：“则不带我去便了，何消得许多推故。几曾见我那里吓杀了别人家小的大的？”宋江道：“只有明日十五日这一夜，带你入去，看罢了正灯，连夜便回。”李逵呵呵大笑。</a:t>
            </a:r>
            <a:r>
              <a:rPr altLang="en-US" b="1" dirty="0" sz="2400" lang="zh-CN">
                <a:solidFill>
                  <a:prstClr val="black"/>
                </a:solidFill>
                <a:latin typeface="宋体" panose="02010600030101010101" pitchFamily="2" charset="-122"/>
                <a:ea typeface="楷体" panose="02010609060101010101" pitchFamily="49" charset="-122"/>
                <a:cs typeface="Times New Roman" panose="02020603050405020304" charset="0"/>
              </a:rPr>
              <a:t>宋江元宵节带李逵去后，李逵是怎样制造麻烦的？（详写前因后果）</a:t>
            </a:r>
            <a:endParaRPr altLang="en-US" dirty="0" sz="2400" lang="zh-CN">
              <a:solidFill>
                <a:prstClr val="black"/>
              </a:solidFill>
              <a:ea typeface="楷体" panose="02010609060101010101" pitchFamily="49" charset="-122"/>
              <a:cs typeface="Times New Roman" panose="02020603050405020304" charset="0"/>
            </a:endParaRPr>
          </a:p>
        </p:txBody>
      </p:sp>
      <p:grpSp>
        <p:nvGrpSpPr>
          <p:cNvPr id="262" name="组合 15"/>
          <p:cNvGrpSpPr/>
          <p:nvPr/>
        </p:nvGrpSpPr>
        <p:grpSpPr bwMode="auto">
          <a:xfrm>
            <a:off x="34925" y="-20638"/>
            <a:ext cx="2008188" cy="561386"/>
            <a:chOff x="70" y="-63"/>
            <a:chExt cx="3161" cy="883"/>
          </a:xfrm>
        </p:grpSpPr>
        <p:sp>
          <p:nvSpPr>
            <p:cNvPr id="1048960" name="文本框 6"/>
            <p:cNvSpPr txBox="1">
              <a:spLocks noChangeArrowheads="1"/>
            </p:cNvSpPr>
            <p:nvPr/>
          </p:nvSpPr>
          <p:spPr bwMode="auto">
            <a:xfrm>
              <a:off x="678" y="-63"/>
              <a:ext cx="2527"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课堂检测</a:t>
              </a:r>
            </a:p>
          </p:txBody>
        </p:sp>
        <p:cxnSp>
          <p:nvCxnSpPr>
            <p:cNvPr id="3145772" name="直线连接符 9"/>
            <p:cNvCxnSpPr>
              <a:cxnSpLocks/>
            </p:cNvCxnSpPr>
            <p:nvPr/>
          </p:nvCxnSpPr>
          <p:spPr>
            <a:xfrm>
              <a:off x="70" y="701"/>
              <a:ext cx="316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961" name="菱形 7"/>
            <p:cNvSpPr/>
            <p:nvPr/>
          </p:nvSpPr>
          <p:spPr>
            <a:xfrm>
              <a:off x="125" y="149"/>
              <a:ext cx="552"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264" name=""/>
        <p:cNvGrpSpPr/>
        <p:nvPr/>
      </p:nvGrpSpPr>
      <p:grpSpPr>
        <a:xfrm>
          <a:off x="0" y="0"/>
          <a:ext cx="0" cy="0"/>
          <a:chOff x="0" y="0"/>
          <a:chExt cx="0" cy="0"/>
        </a:xfrm>
      </p:grpSpPr>
      <p:sp>
        <p:nvSpPr>
          <p:cNvPr id="1048966" name="矩形 1"/>
          <p:cNvSpPr/>
          <p:nvPr/>
        </p:nvSpPr>
        <p:spPr>
          <a:xfrm>
            <a:off x="323529" y="903947"/>
            <a:ext cx="8712967" cy="3758565"/>
          </a:xfrm>
          <a:prstGeom prst="rect"/>
        </p:spPr>
        <p:txBody>
          <a:bodyPr wrap="square">
            <a:spAutoFit/>
          </a:bodyPr>
          <a:p>
            <a:pPr defTabSz="457200" eaLnBrk="0" fontAlgn="base" hangingPunct="0">
              <a:lnSpc>
                <a:spcPct val="125000"/>
              </a:lnSpc>
              <a:spcBef>
                <a:spcPct val="0"/>
              </a:spcBef>
              <a:spcAft>
                <a:spcPct val="0"/>
              </a:spcAft>
            </a:pPr>
            <a:r>
              <a:rPr altLang="en-US" b="1" dirty="0" sz="2500" lang="zh-CN">
                <a:solidFill>
                  <a:srgbClr val="0000FF"/>
                </a:solidFill>
                <a:latin typeface="楷体" panose="02010609060101010101" pitchFamily="49" charset="-122"/>
                <a:ea typeface="楷体" panose="02010609060101010101" pitchFamily="49" charset="-122"/>
              </a:rPr>
              <a:t>    宋江等人再次去李师师家坐席，席间写了一首隐晦的表达招安的词。李师师正想问，皇上就来了。宋江躲在黑处，想找机会对皇上直接谈招安。李逵看宋江和女人吃酒，却教他看门，本来就气，刚好杨太尉来找皇帝，李逵提起交椅砸杨太尉，并火烧妓院，大闹东京。宋江等人等到吴用派来救应的军队，先逃出城。燕青利用相扑制服了李逵，一起逃出城。</a:t>
            </a:r>
            <a:endParaRPr altLang="en-US" dirty="0" sz="2500" lang="zh-CN">
              <a:solidFill>
                <a:srgbClr val="0000FF"/>
              </a:solidFill>
              <a:latin typeface="楷体" panose="02010609060101010101" pitchFamily="49" charset="-122"/>
              <a:ea typeface="楷体" panose="02010609060101010101" pitchFamily="49" charset="-122"/>
            </a:endParaRPr>
          </a:p>
        </p:txBody>
      </p:sp>
      <p:grpSp>
        <p:nvGrpSpPr>
          <p:cNvPr id="265" name="组合 15"/>
          <p:cNvGrpSpPr/>
          <p:nvPr/>
        </p:nvGrpSpPr>
        <p:grpSpPr bwMode="auto">
          <a:xfrm>
            <a:off x="34925" y="-20638"/>
            <a:ext cx="2008188" cy="561386"/>
            <a:chOff x="70" y="-63"/>
            <a:chExt cx="3161" cy="883"/>
          </a:xfrm>
        </p:grpSpPr>
        <p:sp>
          <p:nvSpPr>
            <p:cNvPr id="1048967" name="文本框 6"/>
            <p:cNvSpPr txBox="1">
              <a:spLocks noChangeArrowheads="1"/>
            </p:cNvSpPr>
            <p:nvPr/>
          </p:nvSpPr>
          <p:spPr bwMode="auto">
            <a:xfrm>
              <a:off x="678" y="-63"/>
              <a:ext cx="2527"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sz="2800" kumimoji="1" lang="zh-CN">
                  <a:solidFill>
                    <a:prstClr val="black"/>
                  </a:solidFill>
                  <a:latin typeface="黑体" panose="02010609060101010101" pitchFamily="49" charset="-122"/>
                  <a:ea typeface="黑体" panose="02010609060101010101" pitchFamily="49" charset="-122"/>
                </a:rPr>
                <a:t>课堂检测</a:t>
              </a:r>
            </a:p>
          </p:txBody>
        </p:sp>
        <p:cxnSp>
          <p:nvCxnSpPr>
            <p:cNvPr id="3145773" name="直线连接符 9"/>
            <p:cNvCxnSpPr>
              <a:cxnSpLocks/>
            </p:cNvCxnSpPr>
            <p:nvPr/>
          </p:nvCxnSpPr>
          <p:spPr>
            <a:xfrm>
              <a:off x="70" y="701"/>
              <a:ext cx="316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968" name="菱形 5"/>
            <p:cNvSpPr/>
            <p:nvPr/>
          </p:nvSpPr>
          <p:spPr>
            <a:xfrm>
              <a:off x="125" y="149"/>
              <a:ext cx="552"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 presetSubtype="4">
                                  <p:stCondLst>
                                    <p:cond delay="0"/>
                                  </p:stCondLst>
                                  <p:childTnLst>
                                    <p:set>
                                      <p:cBhvr>
                                        <p:cTn dur="1" fill="hold" id="6">
                                          <p:stCondLst>
                                            <p:cond delay="0"/>
                                          </p:stCondLst>
                                        </p:cTn>
                                        <p:tgtEl>
                                          <p:spTgt spid="1048966"/>
                                        </p:tgtEl>
                                        <p:attrNameLst>
                                          <p:attrName>style.visibility</p:attrName>
                                        </p:attrNameLst>
                                      </p:cBhvr>
                                      <p:to>
                                        <p:strVal val="visible"/>
                                      </p:to>
                                    </p:set>
                                    <p:anim calcmode="lin" valueType="num">
                                      <p:cBhvr additive="base">
                                        <p:cTn dur="500" fill="hold" id="7"/>
                                        <p:tgtEl>
                                          <p:spTgt spid="1048966"/>
                                        </p:tgtEl>
                                        <p:attrNameLst>
                                          <p:attrName>ppt_x</p:attrName>
                                        </p:attrNameLst>
                                      </p:cBhvr>
                                      <p:tavLst>
                                        <p:tav tm="0">
                                          <p:val>
                                            <p:strVal val="#ppt_x"/>
                                          </p:val>
                                        </p:tav>
                                        <p:tav tm="100000">
                                          <p:val>
                                            <p:strVal val="#ppt_x"/>
                                          </p:val>
                                        </p:tav>
                                      </p:tavLst>
                                    </p:anim>
                                    <p:anim calcmode="lin" valueType="num">
                                      <p:cBhvr additive="base">
                                        <p:cTn dur="500" fill="hold" id="8"/>
                                        <p:tgtEl>
                                          <p:spTgt spid="10489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6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267" name=""/>
        <p:cNvGrpSpPr/>
        <p:nvPr/>
      </p:nvGrpSpPr>
      <p:grpSpPr>
        <a:xfrm>
          <a:off x="0" y="0"/>
          <a:ext cx="0" cy="0"/>
          <a:chOff x="0" y="0"/>
          <a:chExt cx="0" cy="0"/>
        </a:xfrm>
      </p:grpSpPr>
      <p:sp>
        <p:nvSpPr>
          <p:cNvPr id="1048973" name="Rectangle 2"/>
          <p:cNvSpPr txBox="1">
            <a:spLocks noRot="1" noChangeArrowheads="1"/>
          </p:cNvSpPr>
          <p:nvPr/>
        </p:nvSpPr>
        <p:spPr>
          <a:xfrm>
            <a:off x="539552" y="675944"/>
            <a:ext cx="6048672" cy="642942"/>
          </a:xfrm>
          <a:prstGeom prst="rect"/>
        </p:spPr>
        <p:txBody>
          <a:bodyPr/>
          <a:p>
            <a:pPr defTabSz="685800" eaLnBrk="0" fontAlgn="base" hangingPunct="0">
              <a:spcBef>
                <a:spcPct val="0"/>
              </a:spcBef>
              <a:spcAft>
                <a:spcPct val="0"/>
              </a:spcAft>
            </a:pPr>
            <a:r>
              <a:rPr altLang="en-US" b="1" dirty="0" sz="2800" lang="zh-CN">
                <a:solidFill>
                  <a:prstClr val="black"/>
                </a:solidFill>
                <a:latin typeface="宋体" panose="02010600030101010101" pitchFamily="2" charset="-122"/>
                <a:ea typeface="宋体" panose="02010600030101010101" pitchFamily="2" charset="-122"/>
              </a:rPr>
              <a:t>思辨“水浒”</a:t>
            </a:r>
            <a:r>
              <a:rPr altLang="zh-CN" b="1" dirty="0" sz="2800" lang="en-US">
                <a:solidFill>
                  <a:prstClr val="black"/>
                </a:solidFill>
                <a:latin typeface="宋体" panose="02010600030101010101" pitchFamily="2" charset="-122"/>
                <a:ea typeface="宋体" panose="02010600030101010101" pitchFamily="2" charset="-122"/>
              </a:rPr>
              <a:t>——</a:t>
            </a:r>
            <a:r>
              <a:rPr altLang="en-US" b="1" dirty="0" sz="2800" lang="zh-CN">
                <a:solidFill>
                  <a:prstClr val="black"/>
                </a:solidFill>
                <a:latin typeface="宋体" panose="02010600030101010101" pitchFamily="2" charset="-122"/>
                <a:ea typeface="宋体" panose="02010600030101010101" pitchFamily="2" charset="-122"/>
              </a:rPr>
              <a:t>名著的现实意义</a:t>
            </a:r>
          </a:p>
        </p:txBody>
      </p:sp>
      <p:sp>
        <p:nvSpPr>
          <p:cNvPr id="1048974" name="Rectangle 3"/>
          <p:cNvSpPr txBox="1">
            <a:spLocks noRot="1" noChangeArrowheads="1"/>
          </p:cNvSpPr>
          <p:nvPr/>
        </p:nvSpPr>
        <p:spPr>
          <a:xfrm>
            <a:off x="539552" y="1275606"/>
            <a:ext cx="6408712" cy="576064"/>
          </a:xfrm>
          <a:prstGeom prst="rect"/>
        </p:spPr>
        <p:txBody>
          <a:bodyPr/>
          <a:p>
            <a:pPr defTabSz="685800" eaLnBrk="0" fontAlgn="base" hangingPunct="0" indent="-257175" marL="257175">
              <a:spcBef>
                <a:spcPct val="20000"/>
              </a:spcBef>
              <a:spcAft>
                <a:spcPct val="0"/>
              </a:spcAft>
              <a:buFont typeface="Wingdings" panose="05000000000000000000" pitchFamily="2" charset="2"/>
              <a:buNone/>
            </a:pPr>
            <a:r>
              <a:rPr altLang="en-US" b="1" dirty="0" sz="2800" lang="zh-CN">
                <a:solidFill>
                  <a:srgbClr val="0000FF"/>
                </a:solidFill>
                <a:latin typeface="宋体" panose="02010600030101010101" pitchFamily="2" charset="-122"/>
                <a:ea typeface="宋体" panose="02010600030101010101" pitchFamily="2" charset="-122"/>
              </a:rPr>
              <a:t>说一说：</a:t>
            </a:r>
            <a:r>
              <a:rPr altLang="zh-CN" b="1" dirty="0" sz="2800" lang="en-US">
                <a:solidFill>
                  <a:srgbClr val="0000FF"/>
                </a:solidFill>
                <a:latin typeface="宋体" panose="02010600030101010101" pitchFamily="2" charset="-122"/>
                <a:ea typeface="宋体" panose="02010600030101010101" pitchFamily="2" charset="-122"/>
              </a:rPr>
              <a:t>《</a:t>
            </a:r>
            <a:r>
              <a:rPr altLang="en-US" b="1" dirty="0" sz="2800" lang="zh-CN">
                <a:solidFill>
                  <a:srgbClr val="0000FF"/>
                </a:solidFill>
                <a:latin typeface="宋体" panose="02010600030101010101" pitchFamily="2" charset="-122"/>
                <a:ea typeface="宋体" panose="02010600030101010101" pitchFamily="2" charset="-122"/>
              </a:rPr>
              <a:t>水浒传</a:t>
            </a:r>
            <a:r>
              <a:rPr altLang="zh-CN" b="1" dirty="0" sz="2800" lang="en-US">
                <a:solidFill>
                  <a:srgbClr val="0000FF"/>
                </a:solidFill>
                <a:latin typeface="宋体" panose="02010600030101010101" pitchFamily="2" charset="-122"/>
                <a:ea typeface="宋体" panose="02010600030101010101" pitchFamily="2" charset="-122"/>
              </a:rPr>
              <a:t>》</a:t>
            </a:r>
            <a:r>
              <a:rPr altLang="en-US" b="1" dirty="0" sz="2800" lang="zh-CN">
                <a:solidFill>
                  <a:srgbClr val="0000FF"/>
                </a:solidFill>
                <a:latin typeface="宋体" panose="02010600030101010101" pitchFamily="2" charset="-122"/>
                <a:ea typeface="宋体" panose="02010600030101010101" pitchFamily="2" charset="-122"/>
              </a:rPr>
              <a:t>给我们哪些启示？</a:t>
            </a:r>
          </a:p>
        </p:txBody>
      </p:sp>
      <p:sp>
        <p:nvSpPr>
          <p:cNvPr id="1048975" name="Text Box 10"/>
          <p:cNvSpPr txBox="1">
            <a:spLocks noChangeArrowheads="1"/>
          </p:cNvSpPr>
          <p:nvPr/>
        </p:nvSpPr>
        <p:spPr bwMode="auto">
          <a:xfrm>
            <a:off x="467544" y="2052593"/>
            <a:ext cx="8072494" cy="2184399"/>
          </a:xfrm>
          <a:prstGeom prst="rect"/>
          <a:noFill/>
          <a:ln w="9525">
            <a:noFill/>
            <a:miter lim="800000"/>
          </a:ln>
          <a:effectLst/>
        </p:spPr>
        <p:txBody>
          <a:bodyPr wrap="square">
            <a:spAutoFit/>
          </a:bodyPr>
          <a:p>
            <a:pPr fontAlgn="base">
              <a:spcBef>
                <a:spcPct val="50000"/>
              </a:spcBef>
              <a:spcAft>
                <a:spcPct val="0"/>
              </a:spcAft>
            </a:pPr>
            <a:r>
              <a:rPr altLang="en-US" b="1" dirty="0" sz="2800" lang="zh-CN">
                <a:solidFill>
                  <a:srgbClr val="FF0000"/>
                </a:solidFill>
                <a:latin typeface="楷体" panose="02010609060101010101" pitchFamily="49" charset="-122"/>
                <a:ea typeface="楷体" panose="02010609060101010101" pitchFamily="49" charset="-122"/>
              </a:rPr>
              <a:t>示例：</a:t>
            </a:r>
            <a:endParaRPr altLang="zh-CN" b="1" dirty="0" sz="2800" lang="en-US">
              <a:solidFill>
                <a:srgbClr val="FF0000"/>
              </a:solidFill>
              <a:latin typeface="楷体" panose="02010609060101010101" pitchFamily="49" charset="-122"/>
              <a:ea typeface="楷体" panose="02010609060101010101" pitchFamily="49" charset="-122"/>
            </a:endParaRPr>
          </a:p>
          <a:p>
            <a:pPr fontAlgn="base">
              <a:spcBef>
                <a:spcPct val="50000"/>
              </a:spcBef>
              <a:spcAft>
                <a:spcPct val="0"/>
              </a:spcAft>
            </a:pPr>
            <a:r>
              <a:rPr altLang="zh-CN" b="1" dirty="0" sz="2800" lang="en-US">
                <a:solidFill>
                  <a:srgbClr val="FF0000"/>
                </a:solidFill>
                <a:latin typeface="楷体" panose="02010609060101010101" pitchFamily="49" charset="-122"/>
                <a:ea typeface="楷体" panose="02010609060101010101" pitchFamily="49" charset="-122"/>
              </a:rPr>
              <a:t>    </a:t>
            </a:r>
            <a:r>
              <a:rPr altLang="en-US" b="1" dirty="0" sz="2800" lang="zh-CN">
                <a:solidFill>
                  <a:srgbClr val="FF0000"/>
                </a:solidFill>
                <a:latin typeface="楷体" panose="02010609060101010101" pitchFamily="49" charset="-122"/>
                <a:ea typeface="楷体" panose="02010609060101010101" pitchFamily="49" charset="-122"/>
              </a:rPr>
              <a:t>拿起法律武器，坚决维护公平正义。危难面前挺身而出，该出手时就出手。向困难投降，是堵住成功的路。</a:t>
            </a:r>
          </a:p>
        </p:txBody>
      </p:sp>
      <p:grpSp>
        <p:nvGrpSpPr>
          <p:cNvPr id="268" name="组合 8"/>
          <p:cNvGrpSpPr/>
          <p:nvPr/>
        </p:nvGrpSpPr>
        <p:grpSpPr bwMode="auto">
          <a:xfrm>
            <a:off x="34925" y="-20638"/>
            <a:ext cx="2008188" cy="561386"/>
            <a:chOff x="70" y="-63"/>
            <a:chExt cx="3161" cy="883"/>
          </a:xfrm>
        </p:grpSpPr>
        <p:sp>
          <p:nvSpPr>
            <p:cNvPr id="1048976" name="文本框 6"/>
            <p:cNvSpPr txBox="1">
              <a:spLocks noChangeArrowheads="1"/>
            </p:cNvSpPr>
            <p:nvPr/>
          </p:nvSpPr>
          <p:spPr bwMode="auto">
            <a:xfrm>
              <a:off x="678" y="-63"/>
              <a:ext cx="2527"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dirty="0" sz="2800" kumimoji="1" lang="zh-CN">
                  <a:solidFill>
                    <a:prstClr val="black"/>
                  </a:solidFill>
                  <a:latin typeface="黑体" panose="02010609060101010101" pitchFamily="49" charset="-122"/>
                  <a:ea typeface="黑体" panose="02010609060101010101" pitchFamily="49" charset="-122"/>
                </a:rPr>
                <a:t>拓展探究</a:t>
              </a:r>
            </a:p>
          </p:txBody>
        </p:sp>
        <p:cxnSp>
          <p:nvCxnSpPr>
            <p:cNvPr id="3145774" name="直线连接符 9"/>
            <p:cNvCxnSpPr>
              <a:cxnSpLocks/>
            </p:cNvCxnSpPr>
            <p:nvPr/>
          </p:nvCxnSpPr>
          <p:spPr>
            <a:xfrm>
              <a:off x="70" y="701"/>
              <a:ext cx="316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977" name="菱形 10"/>
            <p:cNvSpPr/>
            <p:nvPr/>
          </p:nvSpPr>
          <p:spPr>
            <a:xfrm>
              <a:off x="125" y="149"/>
              <a:ext cx="552"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 presetSubtype="10">
                                  <p:stCondLst>
                                    <p:cond delay="0"/>
                                  </p:stCondLst>
                                  <p:childTnLst>
                                    <p:set>
                                      <p:cBhvr>
                                        <p:cTn dur="1" fill="hold" id="6">
                                          <p:stCondLst>
                                            <p:cond delay="0"/>
                                          </p:stCondLst>
                                        </p:cTn>
                                        <p:tgtEl>
                                          <p:spTgt spid="1048975"/>
                                        </p:tgtEl>
                                        <p:attrNameLst>
                                          <p:attrName>style.visibility</p:attrName>
                                        </p:attrNameLst>
                                      </p:cBhvr>
                                      <p:to>
                                        <p:strVal val="visible"/>
                                      </p:to>
                                    </p:set>
                                    <p:animEffect transition="in" filter="checkerboard(across)">
                                      <p:cBhvr>
                                        <p:cTn dur="500" id="7"/>
                                        <p:tgtEl>
                                          <p:spTgt spid="10489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7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270" name=""/>
        <p:cNvGrpSpPr/>
        <p:nvPr/>
      </p:nvGrpSpPr>
      <p:grpSpPr>
        <a:xfrm>
          <a:off x="0" y="0"/>
          <a:ext cx="0" cy="0"/>
          <a:chOff x="0" y="0"/>
          <a:chExt cx="0" cy="0"/>
        </a:xfrm>
      </p:grpSpPr>
      <p:sp>
        <p:nvSpPr>
          <p:cNvPr id="1048982" name="Rectangle 7"/>
          <p:cNvSpPr>
            <a:spLocks noChangeArrowheads="1"/>
          </p:cNvSpPr>
          <p:nvPr/>
        </p:nvSpPr>
        <p:spPr bwMode="auto">
          <a:xfrm>
            <a:off x="607190" y="2242363"/>
            <a:ext cx="8213280" cy="904239"/>
          </a:xfrm>
          <a:prstGeom prst="rect"/>
          <a:noFill/>
          <a:ln w="12700" cap="sq">
            <a:noFill/>
            <a:miter lim="800000"/>
            <a:headEnd type="none" w="sm" len="sm"/>
            <a:tailEnd type="none" w="sm" len="sm"/>
          </a:ln>
          <a:effectLst/>
        </p:spPr>
        <p:txBody>
          <a:bodyPr anchor="ctr" wrap="square">
            <a:spAutoFit/>
          </a:bodyPr>
          <a:p>
            <a:pPr eaLnBrk="0" fontAlgn="base" hangingPunct="0">
              <a:spcBef>
                <a:spcPct val="0"/>
              </a:spcBef>
              <a:spcAft>
                <a:spcPct val="0"/>
              </a:spcAft>
            </a:pPr>
            <a:r>
              <a:rPr altLang="zh-CN" b="1" dirty="0" sz="2400" kumimoji="1" lang="en-US">
                <a:solidFill>
                  <a:prstClr val="black">
                    <a:lumMod val="95000"/>
                    <a:lumOff val="5000"/>
                  </a:prstClr>
                </a:solidFill>
                <a:latin typeface="宋体" panose="02010600030101010101" pitchFamily="2" charset="-122"/>
                <a:ea typeface="宋体" panose="02010600030101010101" pitchFamily="2" charset="-122"/>
              </a:rPr>
              <a:t>2.</a:t>
            </a:r>
            <a:r>
              <a:rPr altLang="en-US" b="1" dirty="0" sz="2400" kumimoji="1" lang="zh-CN">
                <a:solidFill>
                  <a:prstClr val="black">
                    <a:lumMod val="95000"/>
                    <a:lumOff val="5000"/>
                  </a:prstClr>
                </a:solidFill>
                <a:latin typeface="宋体" panose="02010600030101010101" pitchFamily="2" charset="-122"/>
                <a:ea typeface="宋体" panose="02010600030101010101" pitchFamily="2" charset="-122"/>
              </a:rPr>
              <a:t>写一写： 针对</a:t>
            </a:r>
            <a:r>
              <a:rPr altLang="zh-CN" b="1" dirty="0" sz="2400" kumimoji="1" lang="en-US">
                <a:solidFill>
                  <a:prstClr val="black">
                    <a:lumMod val="95000"/>
                    <a:lumOff val="5000"/>
                  </a:prstClr>
                </a:solidFill>
                <a:latin typeface="宋体" panose="02010600030101010101" pitchFamily="2" charset="-122"/>
                <a:ea typeface="宋体" panose="02010600030101010101" pitchFamily="2" charset="-122"/>
              </a:rPr>
              <a:t>《</a:t>
            </a:r>
            <a:r>
              <a:rPr altLang="en-US" b="1" dirty="0" sz="2400" kumimoji="1" lang="zh-CN">
                <a:solidFill>
                  <a:prstClr val="black">
                    <a:lumMod val="95000"/>
                    <a:lumOff val="5000"/>
                  </a:prstClr>
                </a:solidFill>
                <a:latin typeface="宋体" panose="02010600030101010101" pitchFamily="2" charset="-122"/>
                <a:ea typeface="宋体" panose="02010600030101010101" pitchFamily="2" charset="-122"/>
              </a:rPr>
              <a:t>水浒传</a:t>
            </a:r>
            <a:r>
              <a:rPr altLang="zh-CN" b="1" dirty="0" sz="2400" kumimoji="1" lang="en-US">
                <a:solidFill>
                  <a:prstClr val="black">
                    <a:lumMod val="95000"/>
                    <a:lumOff val="5000"/>
                  </a:prstClr>
                </a:solidFill>
                <a:latin typeface="宋体" panose="02010600030101010101" pitchFamily="2" charset="-122"/>
                <a:ea typeface="宋体" panose="02010600030101010101" pitchFamily="2" charset="-122"/>
              </a:rPr>
              <a:t>》</a:t>
            </a:r>
            <a:r>
              <a:rPr altLang="en-US" b="1" dirty="0" sz="2400" kumimoji="1" lang="zh-CN">
                <a:solidFill>
                  <a:prstClr val="black">
                    <a:lumMod val="95000"/>
                    <a:lumOff val="5000"/>
                  </a:prstClr>
                </a:solidFill>
                <a:latin typeface="宋体" panose="02010600030101010101" pitchFamily="2" charset="-122"/>
                <a:ea typeface="宋体" panose="02010600030101010101" pitchFamily="2" charset="-122"/>
              </a:rPr>
              <a:t>中你最喜爱的人物，写一段人物评析，内容、形式和字数均不限。</a:t>
            </a:r>
          </a:p>
        </p:txBody>
      </p:sp>
      <p:sp>
        <p:nvSpPr>
          <p:cNvPr id="1048983" name="Rectangle 10"/>
          <p:cNvSpPr>
            <a:spLocks noChangeArrowheads="1"/>
          </p:cNvSpPr>
          <p:nvPr/>
        </p:nvSpPr>
        <p:spPr bwMode="auto">
          <a:xfrm>
            <a:off x="607190" y="1094969"/>
            <a:ext cx="8213281" cy="904239"/>
          </a:xfrm>
          <a:prstGeom prst="rect"/>
          <a:noFill/>
          <a:ln w="12700" cap="sq">
            <a:noFill/>
            <a:miter lim="800000"/>
            <a:headEnd type="none" w="sm" len="sm"/>
            <a:tailEnd type="none" w="sm" len="sm"/>
          </a:ln>
          <a:effectLst/>
        </p:spPr>
        <p:txBody>
          <a:bodyPr anchor="ctr" wrap="square">
            <a:spAutoFit/>
          </a:bodyPr>
          <a:p>
            <a:pPr eaLnBrk="0" fontAlgn="base" hangingPunct="0">
              <a:spcBef>
                <a:spcPct val="0"/>
              </a:spcBef>
              <a:spcAft>
                <a:spcPct val="0"/>
              </a:spcAft>
            </a:pPr>
            <a:r>
              <a:rPr altLang="zh-CN" b="1" dirty="0" sz="2400" kumimoji="1" lang="en-US">
                <a:solidFill>
                  <a:prstClr val="black">
                    <a:lumMod val="95000"/>
                    <a:lumOff val="5000"/>
                  </a:prstClr>
                </a:solidFill>
                <a:latin typeface="宋体" panose="02010600030101010101" pitchFamily="2" charset="-122"/>
                <a:ea typeface="宋体" panose="02010600030101010101" pitchFamily="2" charset="-122"/>
              </a:rPr>
              <a:t>1.</a:t>
            </a:r>
            <a:r>
              <a:rPr altLang="en-US" b="1" dirty="0" sz="2400" kumimoji="1" lang="zh-CN">
                <a:solidFill>
                  <a:prstClr val="black">
                    <a:lumMod val="95000"/>
                    <a:lumOff val="5000"/>
                  </a:prstClr>
                </a:solidFill>
                <a:latin typeface="宋体" panose="02010600030101010101" pitchFamily="2" charset="-122"/>
                <a:ea typeface="宋体" panose="02010600030101010101" pitchFamily="2" charset="-122"/>
              </a:rPr>
              <a:t>读一读：精读</a:t>
            </a:r>
            <a:r>
              <a:rPr altLang="zh-CN" b="1" dirty="0" sz="2400" kumimoji="1" lang="en-US">
                <a:solidFill>
                  <a:prstClr val="black">
                    <a:lumMod val="95000"/>
                    <a:lumOff val="5000"/>
                  </a:prstClr>
                </a:solidFill>
                <a:latin typeface="宋体" panose="02010600030101010101" pitchFamily="2" charset="-122"/>
                <a:ea typeface="宋体" panose="02010600030101010101" pitchFamily="2" charset="-122"/>
              </a:rPr>
              <a:t>《</a:t>
            </a:r>
            <a:r>
              <a:rPr altLang="en-US" b="1" dirty="0" sz="2400" kumimoji="1" lang="zh-CN">
                <a:solidFill>
                  <a:prstClr val="black">
                    <a:lumMod val="95000"/>
                    <a:lumOff val="5000"/>
                  </a:prstClr>
                </a:solidFill>
                <a:latin typeface="宋体" panose="02010600030101010101" pitchFamily="2" charset="-122"/>
                <a:ea typeface="宋体" panose="02010600030101010101" pitchFamily="2" charset="-122"/>
              </a:rPr>
              <a:t>水浒传</a:t>
            </a:r>
            <a:r>
              <a:rPr altLang="zh-CN" b="1" dirty="0" sz="2400" kumimoji="1" lang="en-US">
                <a:solidFill>
                  <a:prstClr val="black">
                    <a:lumMod val="95000"/>
                    <a:lumOff val="5000"/>
                  </a:prstClr>
                </a:solidFill>
                <a:latin typeface="宋体" panose="02010600030101010101" pitchFamily="2" charset="-122"/>
                <a:ea typeface="宋体" panose="02010600030101010101" pitchFamily="2" charset="-122"/>
              </a:rPr>
              <a:t>》</a:t>
            </a:r>
            <a:r>
              <a:rPr altLang="en-US" b="1" dirty="0" sz="2400" kumimoji="1" lang="zh-CN">
                <a:solidFill>
                  <a:prstClr val="black">
                    <a:lumMod val="95000"/>
                    <a:lumOff val="5000"/>
                  </a:prstClr>
                </a:solidFill>
                <a:latin typeface="宋体" panose="02010600030101010101" pitchFamily="2" charset="-122"/>
                <a:ea typeface="宋体" panose="02010600030101010101" pitchFamily="2" charset="-122"/>
              </a:rPr>
              <a:t>中的</a:t>
            </a:r>
            <a:r>
              <a:rPr altLang="zh-CN" b="1" dirty="0" sz="2400" kumimoji="1" lang="en-US">
                <a:solidFill>
                  <a:prstClr val="black">
                    <a:lumMod val="95000"/>
                    <a:lumOff val="5000"/>
                  </a:prstClr>
                </a:solidFill>
                <a:latin typeface="宋体" panose="02010600030101010101" pitchFamily="2" charset="-122"/>
                <a:ea typeface="宋体" panose="02010600030101010101" pitchFamily="2" charset="-122"/>
              </a:rPr>
              <a:t>《</a:t>
            </a:r>
            <a:r>
              <a:rPr altLang="en-US" b="1" dirty="0" sz="2400" kumimoji="1" lang="zh-CN">
                <a:solidFill>
                  <a:prstClr val="black">
                    <a:lumMod val="95000"/>
                    <a:lumOff val="5000"/>
                  </a:prstClr>
                </a:solidFill>
                <a:latin typeface="宋体" panose="02010600030101010101" pitchFamily="2" charset="-122"/>
                <a:ea typeface="宋体" panose="02010600030101010101" pitchFamily="2" charset="-122"/>
              </a:rPr>
              <a:t>鲁提辖拳打镇关西</a:t>
            </a:r>
            <a:r>
              <a:rPr altLang="zh-CN" b="1" dirty="0" sz="2400" kumimoji="1" lang="en-US">
                <a:solidFill>
                  <a:prstClr val="black">
                    <a:lumMod val="95000"/>
                    <a:lumOff val="5000"/>
                  </a:prstClr>
                </a:solidFill>
                <a:latin typeface="宋体" panose="02010600030101010101" pitchFamily="2" charset="-122"/>
                <a:ea typeface="宋体" panose="02010600030101010101" pitchFamily="2" charset="-122"/>
              </a:rPr>
              <a:t>》《</a:t>
            </a:r>
            <a:r>
              <a:rPr altLang="en-US" b="1" dirty="0" sz="2400" kumimoji="1" lang="zh-CN">
                <a:solidFill>
                  <a:prstClr val="black">
                    <a:lumMod val="95000"/>
                    <a:lumOff val="5000"/>
                  </a:prstClr>
                </a:solidFill>
                <a:latin typeface="宋体" panose="02010600030101010101" pitchFamily="2" charset="-122"/>
                <a:ea typeface="宋体" panose="02010600030101010101" pitchFamily="2" charset="-122"/>
              </a:rPr>
              <a:t>林教头风雪山神庙</a:t>
            </a:r>
            <a:r>
              <a:rPr altLang="zh-CN" b="1" dirty="0" sz="2400" kumimoji="1" lang="en-US">
                <a:solidFill>
                  <a:prstClr val="black">
                    <a:lumMod val="95000"/>
                    <a:lumOff val="5000"/>
                  </a:prstClr>
                </a:solidFill>
                <a:latin typeface="宋体" panose="02010600030101010101" pitchFamily="2" charset="-122"/>
                <a:ea typeface="宋体" panose="02010600030101010101" pitchFamily="2" charset="-122"/>
              </a:rPr>
              <a:t>》</a:t>
            </a:r>
            <a:r>
              <a:rPr altLang="en-US" b="1" dirty="0" sz="2400" kumimoji="1" lang="zh-CN">
                <a:solidFill>
                  <a:prstClr val="black">
                    <a:lumMod val="95000"/>
                    <a:lumOff val="5000"/>
                  </a:prstClr>
                </a:solidFill>
                <a:latin typeface="宋体" panose="02010600030101010101" pitchFamily="2" charset="-122"/>
                <a:ea typeface="宋体" panose="02010600030101010101" pitchFamily="2" charset="-122"/>
              </a:rPr>
              <a:t>片段。</a:t>
            </a:r>
          </a:p>
        </p:txBody>
      </p:sp>
      <p:grpSp>
        <p:nvGrpSpPr>
          <p:cNvPr id="271" name="组合 8"/>
          <p:cNvGrpSpPr/>
          <p:nvPr/>
        </p:nvGrpSpPr>
        <p:grpSpPr bwMode="auto">
          <a:xfrm>
            <a:off x="34925" y="-20638"/>
            <a:ext cx="2008188" cy="561386"/>
            <a:chOff x="70" y="-63"/>
            <a:chExt cx="3161" cy="883"/>
          </a:xfrm>
        </p:grpSpPr>
        <p:sp>
          <p:nvSpPr>
            <p:cNvPr id="1048984" name="文本框 6"/>
            <p:cNvSpPr txBox="1">
              <a:spLocks noChangeArrowheads="1"/>
            </p:cNvSpPr>
            <p:nvPr/>
          </p:nvSpPr>
          <p:spPr bwMode="auto">
            <a:xfrm>
              <a:off x="678" y="-63"/>
              <a:ext cx="2527" cy="883"/>
            </a:xfrm>
            <a:prstGeom prst="rect"/>
            <a:noFill/>
            <a:ln>
              <a:noFill/>
            </a:ln>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indent="-285750" marL="742950">
                <a:defRPr>
                  <a:solidFill>
                    <a:schemeClr val="tx1"/>
                  </a:solidFill>
                  <a:latin typeface="Arial" panose="020B0604020202020204" pitchFamily="34" charset="0"/>
                  <a:ea typeface="宋体" panose="02010600030101010101" pitchFamily="2" charset="-122"/>
                </a:defRPr>
              </a:lvl2pPr>
              <a:lvl3pPr indent="-228600" marL="1143000">
                <a:defRPr>
                  <a:solidFill>
                    <a:schemeClr val="tx1"/>
                  </a:solidFill>
                  <a:latin typeface="Arial" panose="020B0604020202020204" pitchFamily="34" charset="0"/>
                  <a:ea typeface="宋体" panose="02010600030101010101" pitchFamily="2" charset="-122"/>
                </a:defRPr>
              </a:lvl3pPr>
              <a:lvl4pPr indent="-228600" marL="1600200">
                <a:defRPr>
                  <a:solidFill>
                    <a:schemeClr val="tx1"/>
                  </a:solidFill>
                  <a:latin typeface="Arial" panose="020B0604020202020204" pitchFamily="34" charset="0"/>
                  <a:ea typeface="宋体" panose="02010600030101010101" pitchFamily="2" charset="-122"/>
                </a:defRPr>
              </a:lvl4pPr>
              <a:lvl5pPr indent="-228600" marL="2057400">
                <a:defRPr>
                  <a:solidFill>
                    <a:schemeClr val="tx1"/>
                  </a:solidFill>
                  <a:latin typeface="Arial" panose="020B0604020202020204" pitchFamily="34" charset="0"/>
                  <a:ea typeface="宋体" panose="02010600030101010101" pitchFamily="2" charset="-122"/>
                </a:defRPr>
              </a:lvl5pPr>
              <a:lvl6pPr eaLnBrk="0" fontAlgn="base" hangingPunct="0" indent="-228600" marL="2514600">
                <a:spcBef>
                  <a:spcPct val="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indent="-228600" marL="2971800">
                <a:spcBef>
                  <a:spcPct val="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indent="-228600" marL="3429000">
                <a:spcBef>
                  <a:spcPct val="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indent="-228600" marL="388620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altLang="en-US" dirty="0" sz="2800" kumimoji="1" lang="zh-CN">
                  <a:solidFill>
                    <a:prstClr val="black"/>
                  </a:solidFill>
                  <a:latin typeface="黑体" panose="02010609060101010101" pitchFamily="49" charset="-122"/>
                  <a:ea typeface="黑体" panose="02010609060101010101" pitchFamily="49" charset="-122"/>
                </a:rPr>
                <a:t>课下作业</a:t>
              </a:r>
            </a:p>
          </p:txBody>
        </p:sp>
        <p:cxnSp>
          <p:nvCxnSpPr>
            <p:cNvPr id="3145775" name="直线连接符 9"/>
            <p:cNvCxnSpPr>
              <a:cxnSpLocks/>
            </p:cNvCxnSpPr>
            <p:nvPr/>
          </p:nvCxnSpPr>
          <p:spPr>
            <a:xfrm>
              <a:off x="70" y="701"/>
              <a:ext cx="3161" cy="0"/>
            </a:xfrm>
            <a:prstGeom prst="line"/>
            <a:ln>
              <a:solidFill>
                <a:srgbClr val="0FB746"/>
              </a:solidFill>
            </a:ln>
            <a:effectLst/>
          </p:spPr>
          <p:style>
            <a:lnRef idx="2">
              <a:schemeClr val="accent1"/>
            </a:lnRef>
            <a:fillRef idx="0">
              <a:schemeClr val="accent1"/>
            </a:fillRef>
            <a:effectRef idx="1">
              <a:schemeClr val="accent1"/>
            </a:effectRef>
            <a:fontRef idx="minor">
              <a:schemeClr val="tx1"/>
            </a:fontRef>
          </p:style>
        </p:cxnSp>
        <p:sp>
          <p:nvSpPr>
            <p:cNvPr id="1048985" name="菱形 9"/>
            <p:cNvSpPr/>
            <p:nvPr/>
          </p:nvSpPr>
          <p:spPr>
            <a:xfrm>
              <a:off x="125" y="149"/>
              <a:ext cx="552" cy="552"/>
            </a:xfrm>
            <a:prstGeom prst="diamond"/>
            <a:solidFill>
              <a:srgbClr val="0FB74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fontAlgn="base">
                <a:spcBef>
                  <a:spcPct val="0"/>
                </a:spcBef>
                <a:spcAft>
                  <a:spcPct val="0"/>
                </a:spcAft>
              </a:pPr>
              <a:endParaRPr altLang="en-US" kumimoji="1" lang="zh-CN">
                <a:solidFill>
                  <a:prstClr val="white"/>
                </a:solidFill>
                <a:latin typeface="黑体" panose="02010609060101010101" pitchFamily="49" charset="-122"/>
                <a:ea typeface="黑体" panose="02010609060101010101" pitchFamily="49" charset="-122"/>
              </a:endParaRPr>
            </a:p>
          </p:txBody>
        </p:sp>
      </p:grpSp>
    </p:spTree>
  </p:cSld>
  <p:clrMapOvr>
    <a:masterClrMapping/>
  </p:clrMapOvr>
  <p:transition spd="slow">
    <p:random/>
  </p:transition>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2、3、6、8、10、11、12、15"/>
  <p:tag name="KSO_WM_TEMPLATE_SUBCATEGORY" val="0"/>
  <p:tag name="KSO_WM_TAG_VERSION" val="1.0"/>
  <p:tag name="KSO_WM_BEAUTIFY_FLAG" val="#wm#"/>
  <p:tag name="KSO_WM_TEMPLATE_CATEGORY" val="custom"/>
  <p:tag name="KSO_WM_TEMPLATE_INDEX" val="20187308"/>
</p:tagLst>
</file>

<file path=ppt/theme/theme1.xml><?xml version="1.0" encoding="utf-8"?>
<a:theme xmlns:a="http://schemas.openxmlformats.org/drawingml/2006/main" name="第一PPT模板网-WWW.1PPT.COM">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主题">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主题​​">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title>https://www.ypppt.com/</dc:title>
  <dc:creator>优品PPT</dc:creator>
  <cp:lastModifiedBy>kan</cp:lastModifiedBy>
  <dcterms:created xsi:type="dcterms:W3CDTF">2020-04-27T16:16:48Z</dcterms:created>
  <dcterms:modified xsi:type="dcterms:W3CDTF">2026-07-04T07:55:45Z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359fe9be936f466cb91320aafb22e6f4_22</vt:lpwstr>
  </property>
</Properties>
</file>